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3" r:id="rId4"/>
    <p:sldId id="258" r:id="rId5"/>
    <p:sldId id="264" r:id="rId6"/>
    <p:sldId id="265" r:id="rId7"/>
    <p:sldId id="266" r:id="rId8"/>
    <p:sldId id="262" r:id="rId9"/>
    <p:sldId id="261" r:id="rId10"/>
    <p:sldId id="268" r:id="rId11"/>
    <p:sldId id="269"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AECFF0-3073-4607-BDD1-F5560CB0B640}" v="58" dt="2026-06-17T15:57:26.7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666" y="1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wanth V" userId="e22b2399e7f2a07f" providerId="LiveId" clId="{256C1FEA-541B-43B9-B9CA-5BBC7DC87225}"/>
    <pc:docChg chg="undo custSel addSld delSld modSld sldOrd">
      <pc:chgData name="Yashwanth V" userId="e22b2399e7f2a07f" providerId="LiveId" clId="{256C1FEA-541B-43B9-B9CA-5BBC7DC87225}" dt="2026-06-17T15:57:50.822" v="1157" actId="47"/>
      <pc:docMkLst>
        <pc:docMk/>
      </pc:docMkLst>
      <pc:sldChg chg="modSp mod">
        <pc:chgData name="Yashwanth V" userId="e22b2399e7f2a07f" providerId="LiveId" clId="{256C1FEA-541B-43B9-B9CA-5BBC7DC87225}" dt="2026-06-17T06:15:01.110" v="111" actId="20577"/>
        <pc:sldMkLst>
          <pc:docMk/>
          <pc:sldMk cId="262298415" sldId="256"/>
        </pc:sldMkLst>
        <pc:spChg chg="mod">
          <ac:chgData name="Yashwanth V" userId="e22b2399e7f2a07f" providerId="LiveId" clId="{256C1FEA-541B-43B9-B9CA-5BBC7DC87225}" dt="2026-06-17T06:15:01.110" v="111" actId="20577"/>
          <ac:spMkLst>
            <pc:docMk/>
            <pc:sldMk cId="262298415" sldId="256"/>
            <ac:spMk id="5" creationId="{00000000-0000-0000-0000-000000000000}"/>
          </ac:spMkLst>
        </pc:spChg>
      </pc:sldChg>
      <pc:sldChg chg="addSp modSp mod">
        <pc:chgData name="Yashwanth V" userId="e22b2399e7f2a07f" providerId="LiveId" clId="{256C1FEA-541B-43B9-B9CA-5BBC7DC87225}" dt="2026-06-17T14:22:27.443" v="857" actId="5793"/>
        <pc:sldMkLst>
          <pc:docMk/>
          <pc:sldMk cId="465654989" sldId="257"/>
        </pc:sldMkLst>
        <pc:spChg chg="add mod">
          <ac:chgData name="Yashwanth V" userId="e22b2399e7f2a07f" providerId="LiveId" clId="{256C1FEA-541B-43B9-B9CA-5BBC7DC87225}" dt="2026-06-17T14:22:27.443" v="857" actId="5793"/>
          <ac:spMkLst>
            <pc:docMk/>
            <pc:sldMk cId="465654989" sldId="257"/>
            <ac:spMk id="3" creationId="{956469B7-15EC-82AF-0E53-4E1E62A89E15}"/>
          </ac:spMkLst>
        </pc:spChg>
        <pc:spChg chg="mod">
          <ac:chgData name="Yashwanth V" userId="e22b2399e7f2a07f" providerId="LiveId" clId="{256C1FEA-541B-43B9-B9CA-5BBC7DC87225}" dt="2026-06-17T13:35:33.645" v="208" actId="1076"/>
          <ac:spMkLst>
            <pc:docMk/>
            <pc:sldMk cId="465654989" sldId="257"/>
            <ac:spMk id="13" creationId="{00000000-0000-0000-0000-000000000000}"/>
          </ac:spMkLst>
        </pc:spChg>
      </pc:sldChg>
      <pc:sldChg chg="addSp delSp modSp mod">
        <pc:chgData name="Yashwanth V" userId="e22b2399e7f2a07f" providerId="LiveId" clId="{256C1FEA-541B-43B9-B9CA-5BBC7DC87225}" dt="2026-06-17T14:16:11.222" v="573" actId="14100"/>
        <pc:sldMkLst>
          <pc:docMk/>
          <pc:sldMk cId="662757733" sldId="258"/>
        </pc:sldMkLst>
        <pc:spChg chg="mod">
          <ac:chgData name="Yashwanth V" userId="e22b2399e7f2a07f" providerId="LiveId" clId="{256C1FEA-541B-43B9-B9CA-5BBC7DC87225}" dt="2026-06-17T14:16:03.335" v="572" actId="20577"/>
          <ac:spMkLst>
            <pc:docMk/>
            <pc:sldMk cId="662757733" sldId="258"/>
            <ac:spMk id="4" creationId="{00000000-0000-0000-0000-000000000000}"/>
          </ac:spMkLst>
        </pc:spChg>
        <pc:graphicFrameChg chg="add del mod modGraphic">
          <ac:chgData name="Yashwanth V" userId="e22b2399e7f2a07f" providerId="LiveId" clId="{256C1FEA-541B-43B9-B9CA-5BBC7DC87225}" dt="2026-06-17T14:05:06.260" v="444" actId="3680"/>
          <ac:graphicFrameMkLst>
            <pc:docMk/>
            <pc:sldMk cId="662757733" sldId="258"/>
            <ac:graphicFrameMk id="2" creationId="{B0E55B5C-A195-99F9-519C-494D22367669}"/>
          </ac:graphicFrameMkLst>
        </pc:graphicFrameChg>
        <pc:graphicFrameChg chg="add mod modGraphic">
          <ac:chgData name="Yashwanth V" userId="e22b2399e7f2a07f" providerId="LiveId" clId="{256C1FEA-541B-43B9-B9CA-5BBC7DC87225}" dt="2026-06-17T14:06:35.605" v="454"/>
          <ac:graphicFrameMkLst>
            <pc:docMk/>
            <pc:sldMk cId="662757733" sldId="258"/>
            <ac:graphicFrameMk id="3" creationId="{3D2FBEE0-6161-FDDE-3153-01446A1E7C97}"/>
          </ac:graphicFrameMkLst>
        </pc:graphicFrameChg>
        <pc:graphicFrameChg chg="mod modGraphic">
          <ac:chgData name="Yashwanth V" userId="e22b2399e7f2a07f" providerId="LiveId" clId="{256C1FEA-541B-43B9-B9CA-5BBC7DC87225}" dt="2026-06-17T14:16:11.222" v="573" actId="14100"/>
          <ac:graphicFrameMkLst>
            <pc:docMk/>
            <pc:sldMk cId="662757733" sldId="258"/>
            <ac:graphicFrameMk id="7" creationId="{00000000-0000-0000-0000-000000000000}"/>
          </ac:graphicFrameMkLst>
        </pc:graphicFrameChg>
      </pc:sldChg>
      <pc:sldChg chg="del">
        <pc:chgData name="Yashwanth V" userId="e22b2399e7f2a07f" providerId="LiveId" clId="{256C1FEA-541B-43B9-B9CA-5BBC7DC87225}" dt="2026-06-17T15:57:50.822" v="1157" actId="47"/>
        <pc:sldMkLst>
          <pc:docMk/>
          <pc:sldMk cId="2912066180" sldId="259"/>
        </pc:sldMkLst>
      </pc:sldChg>
      <pc:sldChg chg="modSp del mod">
        <pc:chgData name="Yashwanth V" userId="e22b2399e7f2a07f" providerId="LiveId" clId="{256C1FEA-541B-43B9-B9CA-5BBC7DC87225}" dt="2026-06-17T15:57:39.058" v="1156" actId="2696"/>
        <pc:sldMkLst>
          <pc:docMk/>
          <pc:sldMk cId="2712819565" sldId="260"/>
        </pc:sldMkLst>
        <pc:spChg chg="mod">
          <ac:chgData name="Yashwanth V" userId="e22b2399e7f2a07f" providerId="LiveId" clId="{256C1FEA-541B-43B9-B9CA-5BBC7DC87225}" dt="2026-06-17T15:54:22.747" v="1147" actId="21"/>
          <ac:spMkLst>
            <pc:docMk/>
            <pc:sldMk cId="2712819565" sldId="260"/>
            <ac:spMk id="4" creationId="{00000000-0000-0000-0000-000000000000}"/>
          </ac:spMkLst>
        </pc:spChg>
      </pc:sldChg>
      <pc:sldChg chg="addSp delSp modSp new mod">
        <pc:chgData name="Yashwanth V" userId="e22b2399e7f2a07f" providerId="LiveId" clId="{256C1FEA-541B-43B9-B9CA-5BBC7DC87225}" dt="2026-06-17T15:47:10.877" v="1077" actId="14100"/>
        <pc:sldMkLst>
          <pc:docMk/>
          <pc:sldMk cId="4028577552" sldId="261"/>
        </pc:sldMkLst>
        <pc:spChg chg="mod">
          <ac:chgData name="Yashwanth V" userId="e22b2399e7f2a07f" providerId="LiveId" clId="{256C1FEA-541B-43B9-B9CA-5BBC7DC87225}" dt="2026-06-17T15:47:05.179" v="1076" actId="1076"/>
          <ac:spMkLst>
            <pc:docMk/>
            <pc:sldMk cId="4028577552" sldId="261"/>
            <ac:spMk id="2" creationId="{EC13E87D-EB9C-5C2C-1E67-895F3E9817C0}"/>
          </ac:spMkLst>
        </pc:spChg>
        <pc:spChg chg="add del">
          <ac:chgData name="Yashwanth V" userId="e22b2399e7f2a07f" providerId="LiveId" clId="{256C1FEA-541B-43B9-B9CA-5BBC7DC87225}" dt="2026-06-17T15:46:13.284" v="1037" actId="22"/>
          <ac:spMkLst>
            <pc:docMk/>
            <pc:sldMk cId="4028577552" sldId="261"/>
            <ac:spMk id="4" creationId="{72573170-B2D4-A2B2-49FB-61FEC35EF23B}"/>
          </ac:spMkLst>
        </pc:spChg>
        <pc:picChg chg="add mod">
          <ac:chgData name="Yashwanth V" userId="e22b2399e7f2a07f" providerId="LiveId" clId="{256C1FEA-541B-43B9-B9CA-5BBC7DC87225}" dt="2026-06-17T15:47:10.877" v="1077" actId="14100"/>
          <ac:picMkLst>
            <pc:docMk/>
            <pc:sldMk cId="4028577552" sldId="261"/>
            <ac:picMk id="6" creationId="{2E8D4177-7D62-4E01-980A-C1774FC28D61}"/>
          </ac:picMkLst>
        </pc:picChg>
      </pc:sldChg>
      <pc:sldChg chg="addSp delSp modSp new mod ord setBg">
        <pc:chgData name="Yashwanth V" userId="e22b2399e7f2a07f" providerId="LiveId" clId="{256C1FEA-541B-43B9-B9CA-5BBC7DC87225}" dt="2026-06-17T14:20:20.610" v="821"/>
        <pc:sldMkLst>
          <pc:docMk/>
          <pc:sldMk cId="2658355424" sldId="262"/>
        </pc:sldMkLst>
        <pc:spChg chg="add del mod ord">
          <ac:chgData name="Yashwanth V" userId="e22b2399e7f2a07f" providerId="LiveId" clId="{256C1FEA-541B-43B9-B9CA-5BBC7DC87225}" dt="2026-06-17T14:20:16.738" v="819"/>
          <ac:spMkLst>
            <pc:docMk/>
            <pc:sldMk cId="2658355424" sldId="262"/>
            <ac:spMk id="3" creationId="{9BA36887-C9CA-D790-47C1-D3D7C48CB9C7}"/>
          </ac:spMkLst>
        </pc:spChg>
        <pc:spChg chg="add">
          <ac:chgData name="Yashwanth V" userId="e22b2399e7f2a07f" providerId="LiveId" clId="{256C1FEA-541B-43B9-B9CA-5BBC7DC87225}" dt="2026-06-17T14:20:12.574" v="817" actId="26606"/>
          <ac:spMkLst>
            <pc:docMk/>
            <pc:sldMk cId="2658355424" sldId="262"/>
            <ac:spMk id="9" creationId="{F3060C83-F051-4F0E-ABAD-AA0DFC48B218}"/>
          </ac:spMkLst>
        </pc:spChg>
        <pc:spChg chg="add">
          <ac:chgData name="Yashwanth V" userId="e22b2399e7f2a07f" providerId="LiveId" clId="{256C1FEA-541B-43B9-B9CA-5BBC7DC87225}" dt="2026-06-17T14:20:12.574" v="817" actId="26606"/>
          <ac:spMkLst>
            <pc:docMk/>
            <pc:sldMk cId="2658355424" sldId="262"/>
            <ac:spMk id="11" creationId="{83C98ABE-055B-441F-B07E-44F97F083C39}"/>
          </ac:spMkLst>
        </pc:spChg>
        <pc:spChg chg="add">
          <ac:chgData name="Yashwanth V" userId="e22b2399e7f2a07f" providerId="LiveId" clId="{256C1FEA-541B-43B9-B9CA-5BBC7DC87225}" dt="2026-06-17T14:20:12.574" v="817" actId="26606"/>
          <ac:spMkLst>
            <pc:docMk/>
            <pc:sldMk cId="2658355424" sldId="262"/>
            <ac:spMk id="13" creationId="{29FDB030-9B49-4CED-8CCD-4D99382388AC}"/>
          </ac:spMkLst>
        </pc:spChg>
        <pc:spChg chg="add">
          <ac:chgData name="Yashwanth V" userId="e22b2399e7f2a07f" providerId="LiveId" clId="{256C1FEA-541B-43B9-B9CA-5BBC7DC87225}" dt="2026-06-17T14:20:12.574" v="817" actId="26606"/>
          <ac:spMkLst>
            <pc:docMk/>
            <pc:sldMk cId="2658355424" sldId="262"/>
            <ac:spMk id="15" creationId="{3783CA14-24A1-485C-8B30-D6A5D87987AD}"/>
          </ac:spMkLst>
        </pc:spChg>
        <pc:spChg chg="add">
          <ac:chgData name="Yashwanth V" userId="e22b2399e7f2a07f" providerId="LiveId" clId="{256C1FEA-541B-43B9-B9CA-5BBC7DC87225}" dt="2026-06-17T14:20:12.574" v="817" actId="26606"/>
          <ac:spMkLst>
            <pc:docMk/>
            <pc:sldMk cId="2658355424" sldId="262"/>
            <ac:spMk id="17" creationId="{9A97C86A-04D6-40F7-AE84-31AB43E6A846}"/>
          </ac:spMkLst>
        </pc:spChg>
        <pc:spChg chg="add">
          <ac:chgData name="Yashwanth V" userId="e22b2399e7f2a07f" providerId="LiveId" clId="{256C1FEA-541B-43B9-B9CA-5BBC7DC87225}" dt="2026-06-17T14:20:12.574" v="817" actId="26606"/>
          <ac:spMkLst>
            <pc:docMk/>
            <pc:sldMk cId="2658355424" sldId="262"/>
            <ac:spMk id="19" creationId="{FF9F2414-84E8-453E-B1F3-389FDE8192D9}"/>
          </ac:spMkLst>
        </pc:spChg>
        <pc:spChg chg="add">
          <ac:chgData name="Yashwanth V" userId="e22b2399e7f2a07f" providerId="LiveId" clId="{256C1FEA-541B-43B9-B9CA-5BBC7DC87225}" dt="2026-06-17T14:20:12.574" v="817" actId="26606"/>
          <ac:spMkLst>
            <pc:docMk/>
            <pc:sldMk cId="2658355424" sldId="262"/>
            <ac:spMk id="21" creationId="{3ECA69A1-7536-43AC-85EF-C7106179F5ED}"/>
          </ac:spMkLst>
        </pc:spChg>
        <pc:picChg chg="add mod">
          <ac:chgData name="Yashwanth V" userId="e22b2399e7f2a07f" providerId="LiveId" clId="{256C1FEA-541B-43B9-B9CA-5BBC7DC87225}" dt="2026-06-17T14:20:12.574" v="817" actId="26606"/>
          <ac:picMkLst>
            <pc:docMk/>
            <pc:sldMk cId="2658355424" sldId="262"/>
            <ac:picMk id="4" creationId="{34C6A983-83AE-A34D-3D86-BF3738762438}"/>
          </ac:picMkLst>
        </pc:picChg>
      </pc:sldChg>
      <pc:sldChg chg="addSp delSp modSp new mod ord setBg">
        <pc:chgData name="Yashwanth V" userId="e22b2399e7f2a07f" providerId="LiveId" clId="{256C1FEA-541B-43B9-B9CA-5BBC7DC87225}" dt="2026-06-17T14:22:03.254" v="851"/>
        <pc:sldMkLst>
          <pc:docMk/>
          <pc:sldMk cId="444431160" sldId="263"/>
        </pc:sldMkLst>
        <pc:spChg chg="add del">
          <ac:chgData name="Yashwanth V" userId="e22b2399e7f2a07f" providerId="LiveId" clId="{256C1FEA-541B-43B9-B9CA-5BBC7DC87225}" dt="2026-06-17T14:21:24.397" v="832" actId="26606"/>
          <ac:spMkLst>
            <pc:docMk/>
            <pc:sldMk cId="444431160" sldId="263"/>
            <ac:spMk id="5" creationId="{86FF76B9-219D-4469-AF87-0236D29032F1}"/>
          </ac:spMkLst>
        </pc:spChg>
        <pc:spChg chg="add del">
          <ac:chgData name="Yashwanth V" userId="e22b2399e7f2a07f" providerId="LiveId" clId="{256C1FEA-541B-43B9-B9CA-5BBC7DC87225}" dt="2026-06-17T14:21:11.932" v="828" actId="26606"/>
          <ac:spMkLst>
            <pc:docMk/>
            <pc:sldMk cId="444431160" sldId="263"/>
            <ac:spMk id="8" creationId="{42A4FC2C-047E-45A5-965D-8E1E3BF09BC6}"/>
          </ac:spMkLst>
        </pc:spChg>
        <pc:spChg chg="add del">
          <ac:chgData name="Yashwanth V" userId="e22b2399e7f2a07f" providerId="LiveId" clId="{256C1FEA-541B-43B9-B9CA-5BBC7DC87225}" dt="2026-06-17T14:21:24.397" v="832" actId="26606"/>
          <ac:spMkLst>
            <pc:docMk/>
            <pc:sldMk cId="444431160" sldId="263"/>
            <ac:spMk id="14" creationId="{2E80C965-DB6D-4F81-9E9E-B027384D0BD6}"/>
          </ac:spMkLst>
        </pc:spChg>
        <pc:spChg chg="add del">
          <ac:chgData name="Yashwanth V" userId="e22b2399e7f2a07f" providerId="LiveId" clId="{256C1FEA-541B-43B9-B9CA-5BBC7DC87225}" dt="2026-06-17T14:21:24.397" v="832" actId="26606"/>
          <ac:spMkLst>
            <pc:docMk/>
            <pc:sldMk cId="444431160" sldId="263"/>
            <ac:spMk id="16" creationId="{633C5E46-DAC5-4661-9C87-22B08E2A512F}"/>
          </ac:spMkLst>
        </pc:spChg>
        <pc:spChg chg="add del">
          <ac:chgData name="Yashwanth V" userId="e22b2399e7f2a07f" providerId="LiveId" clId="{256C1FEA-541B-43B9-B9CA-5BBC7DC87225}" dt="2026-06-17T14:21:25.966" v="834" actId="26606"/>
          <ac:spMkLst>
            <pc:docMk/>
            <pc:sldMk cId="444431160" sldId="263"/>
            <ac:spMk id="18" creationId="{FF9F2414-84E8-453E-B1F3-389FDE8192D9}"/>
          </ac:spMkLst>
        </pc:spChg>
        <pc:spChg chg="add del">
          <ac:chgData name="Yashwanth V" userId="e22b2399e7f2a07f" providerId="LiveId" clId="{256C1FEA-541B-43B9-B9CA-5BBC7DC87225}" dt="2026-06-17T14:21:25.966" v="834" actId="26606"/>
          <ac:spMkLst>
            <pc:docMk/>
            <pc:sldMk cId="444431160" sldId="263"/>
            <ac:spMk id="19" creationId="{F3060C83-F051-4F0E-ABAD-AA0DFC48B218}"/>
          </ac:spMkLst>
        </pc:spChg>
        <pc:spChg chg="add del">
          <ac:chgData name="Yashwanth V" userId="e22b2399e7f2a07f" providerId="LiveId" clId="{256C1FEA-541B-43B9-B9CA-5BBC7DC87225}" dt="2026-06-17T14:21:25.966" v="834" actId="26606"/>
          <ac:spMkLst>
            <pc:docMk/>
            <pc:sldMk cId="444431160" sldId="263"/>
            <ac:spMk id="20" creationId="{3ECA69A1-7536-43AC-85EF-C7106179F5ED}"/>
          </ac:spMkLst>
        </pc:spChg>
        <pc:spChg chg="add del">
          <ac:chgData name="Yashwanth V" userId="e22b2399e7f2a07f" providerId="LiveId" clId="{256C1FEA-541B-43B9-B9CA-5BBC7DC87225}" dt="2026-06-17T14:21:25.966" v="834" actId="26606"/>
          <ac:spMkLst>
            <pc:docMk/>
            <pc:sldMk cId="444431160" sldId="263"/>
            <ac:spMk id="21" creationId="{83C98ABE-055B-441F-B07E-44F97F083C39}"/>
          </ac:spMkLst>
        </pc:spChg>
        <pc:spChg chg="add del">
          <ac:chgData name="Yashwanth V" userId="e22b2399e7f2a07f" providerId="LiveId" clId="{256C1FEA-541B-43B9-B9CA-5BBC7DC87225}" dt="2026-06-17T14:21:25.966" v="834" actId="26606"/>
          <ac:spMkLst>
            <pc:docMk/>
            <pc:sldMk cId="444431160" sldId="263"/>
            <ac:spMk id="22" creationId="{29FDB030-9B49-4CED-8CCD-4D99382388AC}"/>
          </ac:spMkLst>
        </pc:spChg>
        <pc:spChg chg="add del">
          <ac:chgData name="Yashwanth V" userId="e22b2399e7f2a07f" providerId="LiveId" clId="{256C1FEA-541B-43B9-B9CA-5BBC7DC87225}" dt="2026-06-17T14:21:25.966" v="834" actId="26606"/>
          <ac:spMkLst>
            <pc:docMk/>
            <pc:sldMk cId="444431160" sldId="263"/>
            <ac:spMk id="23" creationId="{3783CA14-24A1-485C-8B30-D6A5D87987AD}"/>
          </ac:spMkLst>
        </pc:spChg>
        <pc:spChg chg="add del">
          <ac:chgData name="Yashwanth V" userId="e22b2399e7f2a07f" providerId="LiveId" clId="{256C1FEA-541B-43B9-B9CA-5BBC7DC87225}" dt="2026-06-17T14:21:25.966" v="834" actId="26606"/>
          <ac:spMkLst>
            <pc:docMk/>
            <pc:sldMk cId="444431160" sldId="263"/>
            <ac:spMk id="24" creationId="{9A97C86A-04D6-40F7-AE84-31AB43E6A846}"/>
          </ac:spMkLst>
        </pc:spChg>
        <pc:spChg chg="add del">
          <ac:chgData name="Yashwanth V" userId="e22b2399e7f2a07f" providerId="LiveId" clId="{256C1FEA-541B-43B9-B9CA-5BBC7DC87225}" dt="2026-06-17T14:21:27.747" v="836" actId="26606"/>
          <ac:spMkLst>
            <pc:docMk/>
            <pc:sldMk cId="444431160" sldId="263"/>
            <ac:spMk id="26" creationId="{86FF76B9-219D-4469-AF87-0236D29032F1}"/>
          </ac:spMkLst>
        </pc:spChg>
        <pc:spChg chg="add del">
          <ac:chgData name="Yashwanth V" userId="e22b2399e7f2a07f" providerId="LiveId" clId="{256C1FEA-541B-43B9-B9CA-5BBC7DC87225}" dt="2026-06-17T14:21:27.747" v="836" actId="26606"/>
          <ac:spMkLst>
            <pc:docMk/>
            <pc:sldMk cId="444431160" sldId="263"/>
            <ac:spMk id="28" creationId="{2E80C965-DB6D-4F81-9E9E-B027384D0BD6}"/>
          </ac:spMkLst>
        </pc:spChg>
        <pc:spChg chg="add del">
          <ac:chgData name="Yashwanth V" userId="e22b2399e7f2a07f" providerId="LiveId" clId="{256C1FEA-541B-43B9-B9CA-5BBC7DC87225}" dt="2026-06-17T14:21:27.747" v="836" actId="26606"/>
          <ac:spMkLst>
            <pc:docMk/>
            <pc:sldMk cId="444431160" sldId="263"/>
            <ac:spMk id="29" creationId="{633C5E46-DAC5-4661-9C87-22B08E2A512F}"/>
          </ac:spMkLst>
        </pc:spChg>
        <pc:spChg chg="add del">
          <ac:chgData name="Yashwanth V" userId="e22b2399e7f2a07f" providerId="LiveId" clId="{256C1FEA-541B-43B9-B9CA-5BBC7DC87225}" dt="2026-06-17T14:21:56.940" v="848" actId="26606"/>
          <ac:spMkLst>
            <pc:docMk/>
            <pc:sldMk cId="444431160" sldId="263"/>
            <ac:spMk id="31" creationId="{F3060C83-F051-4F0E-ABAD-AA0DFC48B218}"/>
          </ac:spMkLst>
        </pc:spChg>
        <pc:spChg chg="add del">
          <ac:chgData name="Yashwanth V" userId="e22b2399e7f2a07f" providerId="LiveId" clId="{256C1FEA-541B-43B9-B9CA-5BBC7DC87225}" dt="2026-06-17T14:21:56.949" v="849" actId="26606"/>
          <ac:spMkLst>
            <pc:docMk/>
            <pc:sldMk cId="444431160" sldId="263"/>
            <ac:spMk id="32" creationId="{83C98ABE-055B-441F-B07E-44F97F083C39}"/>
          </ac:spMkLst>
        </pc:spChg>
        <pc:spChg chg="add del">
          <ac:chgData name="Yashwanth V" userId="e22b2399e7f2a07f" providerId="LiveId" clId="{256C1FEA-541B-43B9-B9CA-5BBC7DC87225}" dt="2026-06-17T14:21:56.949" v="849" actId="26606"/>
          <ac:spMkLst>
            <pc:docMk/>
            <pc:sldMk cId="444431160" sldId="263"/>
            <ac:spMk id="33" creationId="{29FDB030-9B49-4CED-8CCD-4D99382388AC}"/>
          </ac:spMkLst>
        </pc:spChg>
        <pc:spChg chg="add del">
          <ac:chgData name="Yashwanth V" userId="e22b2399e7f2a07f" providerId="LiveId" clId="{256C1FEA-541B-43B9-B9CA-5BBC7DC87225}" dt="2026-06-17T14:21:56.940" v="848" actId="26606"/>
          <ac:spMkLst>
            <pc:docMk/>
            <pc:sldMk cId="444431160" sldId="263"/>
            <ac:spMk id="34" creationId="{3783CA14-24A1-485C-8B30-D6A5D87987AD}"/>
          </ac:spMkLst>
        </pc:spChg>
        <pc:spChg chg="add del">
          <ac:chgData name="Yashwanth V" userId="e22b2399e7f2a07f" providerId="LiveId" clId="{256C1FEA-541B-43B9-B9CA-5BBC7DC87225}" dt="2026-06-17T14:21:56.949" v="849" actId="26606"/>
          <ac:spMkLst>
            <pc:docMk/>
            <pc:sldMk cId="444431160" sldId="263"/>
            <ac:spMk id="35" creationId="{9A97C86A-04D6-40F7-AE84-31AB43E6A846}"/>
          </ac:spMkLst>
        </pc:spChg>
        <pc:spChg chg="add del">
          <ac:chgData name="Yashwanth V" userId="e22b2399e7f2a07f" providerId="LiveId" clId="{256C1FEA-541B-43B9-B9CA-5BBC7DC87225}" dt="2026-06-17T14:21:56.949" v="849" actId="26606"/>
          <ac:spMkLst>
            <pc:docMk/>
            <pc:sldMk cId="444431160" sldId="263"/>
            <ac:spMk id="36" creationId="{FF9F2414-84E8-453E-B1F3-389FDE8192D9}"/>
          </ac:spMkLst>
        </pc:spChg>
        <pc:spChg chg="add del">
          <ac:chgData name="Yashwanth V" userId="e22b2399e7f2a07f" providerId="LiveId" clId="{256C1FEA-541B-43B9-B9CA-5BBC7DC87225}" dt="2026-06-17T14:21:56.949" v="849" actId="26606"/>
          <ac:spMkLst>
            <pc:docMk/>
            <pc:sldMk cId="444431160" sldId="263"/>
            <ac:spMk id="37" creationId="{3ECA69A1-7536-43AC-85EF-C7106179F5ED}"/>
          </ac:spMkLst>
        </pc:spChg>
        <pc:spChg chg="add del">
          <ac:chgData name="Yashwanth V" userId="e22b2399e7f2a07f" providerId="LiveId" clId="{256C1FEA-541B-43B9-B9CA-5BBC7DC87225}" dt="2026-06-17T14:21:43.625" v="840" actId="26606"/>
          <ac:spMkLst>
            <pc:docMk/>
            <pc:sldMk cId="444431160" sldId="263"/>
            <ac:spMk id="42" creationId="{42A4FC2C-047E-45A5-965D-8E1E3BF09BC6}"/>
          </ac:spMkLst>
        </pc:spChg>
        <pc:spChg chg="add del">
          <ac:chgData name="Yashwanth V" userId="e22b2399e7f2a07f" providerId="LiveId" clId="{256C1FEA-541B-43B9-B9CA-5BBC7DC87225}" dt="2026-06-17T14:21:45.744" v="842" actId="26606"/>
          <ac:spMkLst>
            <pc:docMk/>
            <pc:sldMk cId="444431160" sldId="263"/>
            <ac:spMk id="44" creationId="{4613B4A9-1C7C-4729-A016-AB42D3979460}"/>
          </ac:spMkLst>
        </pc:spChg>
        <pc:spChg chg="add del">
          <ac:chgData name="Yashwanth V" userId="e22b2399e7f2a07f" providerId="LiveId" clId="{256C1FEA-541B-43B9-B9CA-5BBC7DC87225}" dt="2026-06-17T14:21:47.718" v="844" actId="26606"/>
          <ac:spMkLst>
            <pc:docMk/>
            <pc:sldMk cId="444431160" sldId="263"/>
            <ac:spMk id="46" creationId="{A5D2A5D1-BA0D-47D3-B051-DA7743C46E28}"/>
          </ac:spMkLst>
        </pc:spChg>
        <pc:spChg chg="add del">
          <ac:chgData name="Yashwanth V" userId="e22b2399e7f2a07f" providerId="LiveId" clId="{256C1FEA-541B-43B9-B9CA-5BBC7DC87225}" dt="2026-06-17T14:21:47.718" v="844" actId="26606"/>
          <ac:spMkLst>
            <pc:docMk/>
            <pc:sldMk cId="444431160" sldId="263"/>
            <ac:spMk id="47" creationId="{2D2B266D-3625-4584-A5C3-7D3F672CFF30}"/>
          </ac:spMkLst>
        </pc:spChg>
        <pc:spChg chg="add del">
          <ac:chgData name="Yashwanth V" userId="e22b2399e7f2a07f" providerId="LiveId" clId="{256C1FEA-541B-43B9-B9CA-5BBC7DC87225}" dt="2026-06-17T14:21:47.718" v="844" actId="26606"/>
          <ac:spMkLst>
            <pc:docMk/>
            <pc:sldMk cId="444431160" sldId="263"/>
            <ac:spMk id="48" creationId="{C463B99A-73EE-4FBB-B7C4-F9F9BCC25C65}"/>
          </ac:spMkLst>
        </pc:spChg>
        <pc:spChg chg="add del">
          <ac:chgData name="Yashwanth V" userId="e22b2399e7f2a07f" providerId="LiveId" clId="{256C1FEA-541B-43B9-B9CA-5BBC7DC87225}" dt="2026-06-17T14:21:48.578" v="846" actId="26606"/>
          <ac:spMkLst>
            <pc:docMk/>
            <pc:sldMk cId="444431160" sldId="263"/>
            <ac:spMk id="50" creationId="{4613B4A9-1C7C-4729-A016-AB42D3979460}"/>
          </ac:spMkLst>
        </pc:spChg>
        <pc:spChg chg="add del">
          <ac:chgData name="Yashwanth V" userId="e22b2399e7f2a07f" providerId="LiveId" clId="{256C1FEA-541B-43B9-B9CA-5BBC7DC87225}" dt="2026-06-17T14:21:56.940" v="848" actId="26606"/>
          <ac:spMkLst>
            <pc:docMk/>
            <pc:sldMk cId="444431160" sldId="263"/>
            <ac:spMk id="52" creationId="{E559D998-AB6C-46E1-B394-118E9A1E2D62}"/>
          </ac:spMkLst>
        </pc:spChg>
        <pc:spChg chg="add">
          <ac:chgData name="Yashwanth V" userId="e22b2399e7f2a07f" providerId="LiveId" clId="{256C1FEA-541B-43B9-B9CA-5BBC7DC87225}" dt="2026-06-17T14:21:56.949" v="849" actId="26606"/>
          <ac:spMkLst>
            <pc:docMk/>
            <pc:sldMk cId="444431160" sldId="263"/>
            <ac:spMk id="54" creationId="{3ECA69A1-7536-43AC-85EF-C7106179F5ED}"/>
          </ac:spMkLst>
        </pc:spChg>
        <pc:spChg chg="add">
          <ac:chgData name="Yashwanth V" userId="e22b2399e7f2a07f" providerId="LiveId" clId="{256C1FEA-541B-43B9-B9CA-5BBC7DC87225}" dt="2026-06-17T14:21:56.949" v="849" actId="26606"/>
          <ac:spMkLst>
            <pc:docMk/>
            <pc:sldMk cId="444431160" sldId="263"/>
            <ac:spMk id="55" creationId="{F3060C83-F051-4F0E-ABAD-AA0DFC48B218}"/>
          </ac:spMkLst>
        </pc:spChg>
        <pc:spChg chg="add">
          <ac:chgData name="Yashwanth V" userId="e22b2399e7f2a07f" providerId="LiveId" clId="{256C1FEA-541B-43B9-B9CA-5BBC7DC87225}" dt="2026-06-17T14:21:56.949" v="849" actId="26606"/>
          <ac:spMkLst>
            <pc:docMk/>
            <pc:sldMk cId="444431160" sldId="263"/>
            <ac:spMk id="56" creationId="{83C98ABE-055B-441F-B07E-44F97F083C39}"/>
          </ac:spMkLst>
        </pc:spChg>
        <pc:spChg chg="add">
          <ac:chgData name="Yashwanth V" userId="e22b2399e7f2a07f" providerId="LiveId" clId="{256C1FEA-541B-43B9-B9CA-5BBC7DC87225}" dt="2026-06-17T14:21:56.949" v="849" actId="26606"/>
          <ac:spMkLst>
            <pc:docMk/>
            <pc:sldMk cId="444431160" sldId="263"/>
            <ac:spMk id="57" creationId="{29FDB030-9B49-4CED-8CCD-4D99382388AC}"/>
          </ac:spMkLst>
        </pc:spChg>
        <pc:spChg chg="add">
          <ac:chgData name="Yashwanth V" userId="e22b2399e7f2a07f" providerId="LiveId" clId="{256C1FEA-541B-43B9-B9CA-5BBC7DC87225}" dt="2026-06-17T14:21:56.949" v="849" actId="26606"/>
          <ac:spMkLst>
            <pc:docMk/>
            <pc:sldMk cId="444431160" sldId="263"/>
            <ac:spMk id="58" creationId="{3783CA14-24A1-485C-8B30-D6A5D87987AD}"/>
          </ac:spMkLst>
        </pc:spChg>
        <pc:grpChg chg="add del">
          <ac:chgData name="Yashwanth V" userId="e22b2399e7f2a07f" providerId="LiveId" clId="{256C1FEA-541B-43B9-B9CA-5BBC7DC87225}" dt="2026-06-17T14:21:24.397" v="832" actId="26606"/>
          <ac:grpSpMkLst>
            <pc:docMk/>
            <pc:sldMk cId="444431160" sldId="263"/>
            <ac:grpSpMk id="10" creationId="{DB88BD78-87E1-424D-B479-C37D8E41B12E}"/>
          </ac:grpSpMkLst>
        </pc:grpChg>
        <pc:grpChg chg="add del">
          <ac:chgData name="Yashwanth V" userId="e22b2399e7f2a07f" providerId="LiveId" clId="{256C1FEA-541B-43B9-B9CA-5BBC7DC87225}" dt="2026-06-17T14:21:27.747" v="836" actId="26606"/>
          <ac:grpSpMkLst>
            <pc:docMk/>
            <pc:sldMk cId="444431160" sldId="263"/>
            <ac:grpSpMk id="27" creationId="{DB88BD78-87E1-424D-B479-C37D8E41B12E}"/>
          </ac:grpSpMkLst>
        </pc:grpChg>
        <pc:picChg chg="add mod">
          <ac:chgData name="Yashwanth V" userId="e22b2399e7f2a07f" providerId="LiveId" clId="{256C1FEA-541B-43B9-B9CA-5BBC7DC87225}" dt="2026-06-17T14:21:56.940" v="848" actId="26606"/>
          <ac:picMkLst>
            <pc:docMk/>
            <pc:sldMk cId="444431160" sldId="263"/>
            <ac:picMk id="3" creationId="{4876AF87-8C03-95A8-40A1-1B9374D12CDC}"/>
          </ac:picMkLst>
        </pc:picChg>
      </pc:sldChg>
      <pc:sldChg chg="new del">
        <pc:chgData name="Yashwanth V" userId="e22b2399e7f2a07f" providerId="LiveId" clId="{256C1FEA-541B-43B9-B9CA-5BBC7DC87225}" dt="2026-06-17T14:20:27.057" v="823" actId="47"/>
        <pc:sldMkLst>
          <pc:docMk/>
          <pc:sldMk cId="882674463" sldId="263"/>
        </pc:sldMkLst>
      </pc:sldChg>
      <pc:sldChg chg="addSp modSp new mod ord">
        <pc:chgData name="Yashwanth V" userId="e22b2399e7f2a07f" providerId="LiveId" clId="{256C1FEA-541B-43B9-B9CA-5BBC7DC87225}" dt="2026-06-17T15:21:46.974" v="934" actId="20577"/>
        <pc:sldMkLst>
          <pc:docMk/>
          <pc:sldMk cId="1449548257" sldId="264"/>
        </pc:sldMkLst>
        <pc:spChg chg="mod">
          <ac:chgData name="Yashwanth V" userId="e22b2399e7f2a07f" providerId="LiveId" clId="{256C1FEA-541B-43B9-B9CA-5BBC7DC87225}" dt="2026-06-17T14:27:35.205" v="871" actId="1076"/>
          <ac:spMkLst>
            <pc:docMk/>
            <pc:sldMk cId="1449548257" sldId="264"/>
            <ac:spMk id="2" creationId="{9A4C34D2-FEEC-414E-A857-7F0BD4EB469C}"/>
          </ac:spMkLst>
        </pc:spChg>
        <pc:spChg chg="add mod">
          <ac:chgData name="Yashwanth V" userId="e22b2399e7f2a07f" providerId="LiveId" clId="{256C1FEA-541B-43B9-B9CA-5BBC7DC87225}" dt="2026-06-17T15:21:46.974" v="934" actId="20577"/>
          <ac:spMkLst>
            <pc:docMk/>
            <pc:sldMk cId="1449548257" sldId="264"/>
            <ac:spMk id="4" creationId="{0346CAFE-39D2-2FC5-E7D9-917B13CEE103}"/>
          </ac:spMkLst>
        </pc:spChg>
      </pc:sldChg>
      <pc:sldChg chg="addSp modSp new mod ord">
        <pc:chgData name="Yashwanth V" userId="e22b2399e7f2a07f" providerId="LiveId" clId="{256C1FEA-541B-43B9-B9CA-5BBC7DC87225}" dt="2026-06-17T15:30:43.101" v="959"/>
        <pc:sldMkLst>
          <pc:docMk/>
          <pc:sldMk cId="1827758670" sldId="265"/>
        </pc:sldMkLst>
        <pc:spChg chg="mod">
          <ac:chgData name="Yashwanth V" userId="e22b2399e7f2a07f" providerId="LiveId" clId="{256C1FEA-541B-43B9-B9CA-5BBC7DC87225}" dt="2026-06-17T15:30:18.011" v="955" actId="20577"/>
          <ac:spMkLst>
            <pc:docMk/>
            <pc:sldMk cId="1827758670" sldId="265"/>
            <ac:spMk id="2" creationId="{9A7E0733-E466-35E2-9EF8-BAA175064EC9}"/>
          </ac:spMkLst>
        </pc:spChg>
        <pc:picChg chg="add mod">
          <ac:chgData name="Yashwanth V" userId="e22b2399e7f2a07f" providerId="LiveId" clId="{256C1FEA-541B-43B9-B9CA-5BBC7DC87225}" dt="2026-06-17T15:30:30.521" v="957" actId="14100"/>
          <ac:picMkLst>
            <pc:docMk/>
            <pc:sldMk cId="1827758670" sldId="265"/>
            <ac:picMk id="4" creationId="{D8A85126-EF11-2E87-D8E4-F3A9259851E2}"/>
          </ac:picMkLst>
        </pc:picChg>
      </pc:sldChg>
      <pc:sldChg chg="addSp modSp new mod">
        <pc:chgData name="Yashwanth V" userId="e22b2399e7f2a07f" providerId="LiveId" clId="{256C1FEA-541B-43B9-B9CA-5BBC7DC87225}" dt="2026-06-17T15:46:03.243" v="1035" actId="123"/>
        <pc:sldMkLst>
          <pc:docMk/>
          <pc:sldMk cId="1999191525" sldId="266"/>
        </pc:sldMkLst>
        <pc:spChg chg="add mod">
          <ac:chgData name="Yashwanth V" userId="e22b2399e7f2a07f" providerId="LiveId" clId="{256C1FEA-541B-43B9-B9CA-5BBC7DC87225}" dt="2026-06-17T15:46:03.243" v="1035" actId="123"/>
          <ac:spMkLst>
            <pc:docMk/>
            <pc:sldMk cId="1999191525" sldId="266"/>
            <ac:spMk id="3" creationId="{750BC718-D097-7453-1027-49F988E488DF}"/>
          </ac:spMkLst>
        </pc:spChg>
        <pc:spChg chg="add mod">
          <ac:chgData name="Yashwanth V" userId="e22b2399e7f2a07f" providerId="LiveId" clId="{256C1FEA-541B-43B9-B9CA-5BBC7DC87225}" dt="2026-06-17T15:41:33.003" v="984" actId="113"/>
          <ac:spMkLst>
            <pc:docMk/>
            <pc:sldMk cId="1999191525" sldId="266"/>
            <ac:spMk id="5" creationId="{32EEB888-5018-59BD-AAC2-B68F8AB84CC5}"/>
          </ac:spMkLst>
        </pc:spChg>
      </pc:sldChg>
      <pc:sldChg chg="new del">
        <pc:chgData name="Yashwanth V" userId="e22b2399e7f2a07f" providerId="LiveId" clId="{256C1FEA-541B-43B9-B9CA-5BBC7DC87225}" dt="2026-06-17T15:49:39.929" v="1079" actId="2696"/>
        <pc:sldMkLst>
          <pc:docMk/>
          <pc:sldMk cId="1146464559" sldId="267"/>
        </pc:sldMkLst>
      </pc:sldChg>
      <pc:sldChg chg="addSp modSp new mod">
        <pc:chgData name="Yashwanth V" userId="e22b2399e7f2a07f" providerId="LiveId" clId="{256C1FEA-541B-43B9-B9CA-5BBC7DC87225}" dt="2026-06-17T15:51:09.638" v="1117" actId="5793"/>
        <pc:sldMkLst>
          <pc:docMk/>
          <pc:sldMk cId="3086946166" sldId="267"/>
        </pc:sldMkLst>
        <pc:spChg chg="mod">
          <ac:chgData name="Yashwanth V" userId="e22b2399e7f2a07f" providerId="LiveId" clId="{256C1FEA-541B-43B9-B9CA-5BBC7DC87225}" dt="2026-06-17T15:49:52.387" v="1090" actId="20577"/>
          <ac:spMkLst>
            <pc:docMk/>
            <pc:sldMk cId="3086946166" sldId="267"/>
            <ac:spMk id="2" creationId="{E9898DC6-88A6-AC48-F60D-3CCC8A2A92C8}"/>
          </ac:spMkLst>
        </pc:spChg>
        <pc:spChg chg="add mod">
          <ac:chgData name="Yashwanth V" userId="e22b2399e7f2a07f" providerId="LiveId" clId="{256C1FEA-541B-43B9-B9CA-5BBC7DC87225}" dt="2026-06-17T15:51:09.638" v="1117" actId="5793"/>
          <ac:spMkLst>
            <pc:docMk/>
            <pc:sldMk cId="3086946166" sldId="267"/>
            <ac:spMk id="4" creationId="{BAC88CC1-766D-A808-E1FE-584E48E053E4}"/>
          </ac:spMkLst>
        </pc:spChg>
      </pc:sldChg>
      <pc:sldChg chg="addSp modSp new mod">
        <pc:chgData name="Yashwanth V" userId="e22b2399e7f2a07f" providerId="LiveId" clId="{256C1FEA-541B-43B9-B9CA-5BBC7DC87225}" dt="2026-06-17T15:53:58.012" v="1145" actId="20577"/>
        <pc:sldMkLst>
          <pc:docMk/>
          <pc:sldMk cId="2012537206" sldId="268"/>
        </pc:sldMkLst>
        <pc:spChg chg="mod">
          <ac:chgData name="Yashwanth V" userId="e22b2399e7f2a07f" providerId="LiveId" clId="{256C1FEA-541B-43B9-B9CA-5BBC7DC87225}" dt="2026-06-17T15:52:26.195" v="1122" actId="27636"/>
          <ac:spMkLst>
            <pc:docMk/>
            <pc:sldMk cId="2012537206" sldId="268"/>
            <ac:spMk id="2" creationId="{9DDEF608-4C2A-1EA1-89BB-218C5C4AB47B}"/>
          </ac:spMkLst>
        </pc:spChg>
        <pc:spChg chg="add mod">
          <ac:chgData name="Yashwanth V" userId="e22b2399e7f2a07f" providerId="LiveId" clId="{256C1FEA-541B-43B9-B9CA-5BBC7DC87225}" dt="2026-06-17T15:53:58.012" v="1145" actId="20577"/>
          <ac:spMkLst>
            <pc:docMk/>
            <pc:sldMk cId="2012537206" sldId="268"/>
            <ac:spMk id="4" creationId="{BF7055E5-532C-6A71-03AA-D2153EA7CD46}"/>
          </ac:spMkLst>
        </pc:spChg>
      </pc:sldChg>
      <pc:sldChg chg="addSp delSp modSp new mod">
        <pc:chgData name="Yashwanth V" userId="e22b2399e7f2a07f" providerId="LiveId" clId="{256C1FEA-541B-43B9-B9CA-5BBC7DC87225}" dt="2026-06-17T15:57:26.764" v="1155" actId="27636"/>
        <pc:sldMkLst>
          <pc:docMk/>
          <pc:sldMk cId="1839099625" sldId="269"/>
        </pc:sldMkLst>
        <pc:spChg chg="mod">
          <ac:chgData name="Yashwanth V" userId="e22b2399e7f2a07f" providerId="LiveId" clId="{256C1FEA-541B-43B9-B9CA-5BBC7DC87225}" dt="2026-06-17T15:57:26.764" v="1155" actId="27636"/>
          <ac:spMkLst>
            <pc:docMk/>
            <pc:sldMk cId="1839099625" sldId="269"/>
            <ac:spMk id="2" creationId="{038B2FA9-258C-C36A-50A9-17E64E331B91}"/>
          </ac:spMkLst>
        </pc:spChg>
        <pc:spChg chg="add del">
          <ac:chgData name="Yashwanth V" userId="e22b2399e7f2a07f" providerId="LiveId" clId="{256C1FEA-541B-43B9-B9CA-5BBC7DC87225}" dt="2026-06-17T15:56:33.007" v="1150" actId="22"/>
          <ac:spMkLst>
            <pc:docMk/>
            <pc:sldMk cId="1839099625" sldId="269"/>
            <ac:spMk id="4" creationId="{22322103-3E8A-14A1-6242-C61387B6236E}"/>
          </ac:spMkLst>
        </pc:spChg>
        <pc:picChg chg="add mod">
          <ac:chgData name="Yashwanth V" userId="e22b2399e7f2a07f" providerId="LiveId" clId="{256C1FEA-541B-43B9-B9CA-5BBC7DC87225}" dt="2026-06-17T15:57:15.106" v="1153" actId="1076"/>
          <ac:picMkLst>
            <pc:docMk/>
            <pc:sldMk cId="1839099625" sldId="269"/>
            <ac:picMk id="6" creationId="{74F52FC7-C24E-B9C1-9BFC-DB861599FC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EC20C-85D8-4D96-ABC4-88B473462312}" type="datetimeFigureOut">
              <a:rPr lang="en-IN" smtClean="0"/>
              <a:t>17-06-2026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10CB12-3E60-456F-AAFB-69E1AB5FCD7A}" type="slidenum">
              <a:rPr lang="en-IN" smtClean="0"/>
              <a:t>‹#›</a:t>
            </a:fld>
            <a:endParaRPr lang="en-IN"/>
          </a:p>
        </p:txBody>
      </p:sp>
    </p:spTree>
    <p:extLst>
      <p:ext uri="{BB962C8B-B14F-4D97-AF65-F5344CB8AC3E}">
        <p14:creationId xmlns:p14="http://schemas.microsoft.com/office/powerpoint/2010/main" val="1667646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10CB12-3E60-456F-AAFB-69E1AB5FCD7A}" type="slidenum">
              <a:rPr lang="en-IN" smtClean="0"/>
              <a:t>4</a:t>
            </a:fld>
            <a:endParaRPr lang="en-IN"/>
          </a:p>
        </p:txBody>
      </p:sp>
    </p:spTree>
    <p:extLst>
      <p:ext uri="{BB962C8B-B14F-4D97-AF65-F5344CB8AC3E}">
        <p14:creationId xmlns:p14="http://schemas.microsoft.com/office/powerpoint/2010/main" val="3539667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ED00BF1-1238-4E04-830A-63C98DE947FC}"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239415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D00BF1-1238-4E04-830A-63C98DE947FC}"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2178851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D00BF1-1238-4E04-830A-63C98DE947FC}"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18482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ED00BF1-1238-4E04-830A-63C98DE947FC}"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95250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ED00BF1-1238-4E04-830A-63C98DE947FC}" type="datetimeFigureOut">
              <a:rPr lang="en-IN" smtClean="0"/>
              <a:t>17-06-2026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872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ED00BF1-1238-4E04-830A-63C98DE947FC}" type="datetimeFigureOut">
              <a:rPr lang="en-IN" smtClean="0"/>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3440152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D00BF1-1238-4E04-830A-63C98DE947FC}" type="datetimeFigureOut">
              <a:rPr lang="en-IN" smtClean="0"/>
              <a:t>17-06-2026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280921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D00BF1-1238-4E04-830A-63C98DE947FC}"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3573269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D00BF1-1238-4E04-830A-63C98DE947FC}"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4107799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D00BF1-1238-4E04-830A-63C98DE947FC}"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2125318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D00BF1-1238-4E04-830A-63C98DE947FC}"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738452-47AA-4ECF-8A2D-178FDADCC660}" type="slidenum">
              <a:rPr lang="en-IN" smtClean="0"/>
              <a:t>‹#›</a:t>
            </a:fld>
            <a:endParaRPr lang="en-IN"/>
          </a:p>
        </p:txBody>
      </p:sp>
    </p:spTree>
    <p:extLst>
      <p:ext uri="{BB962C8B-B14F-4D97-AF65-F5344CB8AC3E}">
        <p14:creationId xmlns:p14="http://schemas.microsoft.com/office/powerpoint/2010/main" val="2867847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00BF1-1238-4E04-830A-63C98DE947FC}" type="datetimeFigureOut">
              <a:rPr lang="en-IN" smtClean="0"/>
              <a:t>17-06-2026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38452-47AA-4ECF-8A2D-178FDADCC660}" type="slidenum">
              <a:rPr lang="en-IN" smtClean="0"/>
              <a:t>‹#›</a:t>
            </a:fld>
            <a:endParaRPr lang="en-IN"/>
          </a:p>
        </p:txBody>
      </p:sp>
    </p:spTree>
    <p:extLst>
      <p:ext uri="{BB962C8B-B14F-4D97-AF65-F5344CB8AC3E}">
        <p14:creationId xmlns:p14="http://schemas.microsoft.com/office/powerpoint/2010/main" val="1708477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475656" y="260648"/>
            <a:ext cx="6480720" cy="792088"/>
          </a:xfrm>
          <a:prstGeom prst="rect">
            <a:avLst/>
          </a:prstGeom>
        </p:spPr>
      </p:pic>
      <p:sp>
        <p:nvSpPr>
          <p:cNvPr id="5" name="Rectangle 4"/>
          <p:cNvSpPr/>
          <p:nvPr/>
        </p:nvSpPr>
        <p:spPr>
          <a:xfrm>
            <a:off x="611560" y="1196752"/>
            <a:ext cx="7848872" cy="4770537"/>
          </a:xfrm>
          <a:prstGeom prst="rect">
            <a:avLst/>
          </a:prstGeom>
        </p:spPr>
        <p:txBody>
          <a:bodyPr wrap="square">
            <a:spAutoFit/>
          </a:bodyPr>
          <a:lstStyle/>
          <a:p>
            <a:pPr algn="ctr"/>
            <a:r>
              <a:rPr lang="en-US" sz="2000" b="1" dirty="0">
                <a:latin typeface="Times New Roman" pitchFamily="18" charset="0"/>
                <a:cs typeface="Times New Roman" pitchFamily="18" charset="0"/>
              </a:rPr>
              <a:t>EC4V13-Semiconductor Device Fabrication</a:t>
            </a:r>
            <a:br>
              <a:rPr lang="en-US" sz="2000" b="1" dirty="0">
                <a:latin typeface="Times New Roman" pitchFamily="18" charset="0"/>
                <a:cs typeface="Times New Roman" pitchFamily="18" charset="0"/>
              </a:rPr>
            </a:br>
            <a:r>
              <a:rPr lang="en-US" sz="2000" b="1" dirty="0">
                <a:latin typeface="Times New Roman" pitchFamily="18" charset="0"/>
                <a:cs typeface="Times New Roman" pitchFamily="18" charset="0"/>
              </a:rPr>
              <a:t>Project Based Learning </a:t>
            </a:r>
          </a:p>
          <a:p>
            <a:pPr algn="ctr"/>
            <a:endParaRPr lang="en-US" sz="2000" dirty="0">
              <a:latin typeface="Times New Roman" pitchFamily="18" charset="0"/>
              <a:cs typeface="Times New Roman" pitchFamily="18" charset="0"/>
            </a:endParaRPr>
          </a:p>
          <a:p>
            <a:pPr algn="ctr"/>
            <a:r>
              <a:rPr lang="en-US" sz="2800" dirty="0">
                <a:latin typeface="Times New Roman" pitchFamily="18" charset="0"/>
                <a:cs typeface="Times New Roman" pitchFamily="18" charset="0"/>
              </a:rPr>
              <a:t>Automated Wafer Inspection using CNN</a:t>
            </a:r>
          </a:p>
          <a:p>
            <a:pPr algn="ctr"/>
            <a:endParaRPr lang="en-US" sz="2800" dirty="0">
              <a:latin typeface="Times New Roman" pitchFamily="18" charset="0"/>
              <a:cs typeface="Times New Roman" pitchFamily="18" charset="0"/>
            </a:endParaRPr>
          </a:p>
          <a:p>
            <a:pPr algn="ctr"/>
            <a:r>
              <a:rPr lang="en-US" sz="2800" dirty="0">
                <a:latin typeface="Times New Roman" pitchFamily="18" charset="0"/>
                <a:cs typeface="Times New Roman" pitchFamily="18" charset="0"/>
              </a:rPr>
              <a:t>YASHWANTH V(24EC3009)</a:t>
            </a:r>
          </a:p>
          <a:p>
            <a:pPr algn="ctr"/>
            <a:r>
              <a:rPr lang="en-US" sz="2800" dirty="0">
                <a:latin typeface="Times New Roman" pitchFamily="18" charset="0"/>
                <a:cs typeface="Times New Roman" pitchFamily="18" charset="0"/>
              </a:rPr>
              <a:t>THAMIZH SELVAN S (24EC0233)</a:t>
            </a:r>
          </a:p>
          <a:p>
            <a:pPr algn="ct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MR.RAMESH RAJA</a:t>
            </a:r>
          </a:p>
          <a:p>
            <a:pPr algn="ctr"/>
            <a:br>
              <a:rPr lang="en-US" sz="2800" dirty="0">
                <a:latin typeface="Times New Roman" pitchFamily="18" charset="0"/>
                <a:cs typeface="Times New Roman" pitchFamily="18" charset="0"/>
              </a:rPr>
            </a:br>
            <a:r>
              <a:rPr lang="en-US" sz="2400" b="1" dirty="0">
                <a:latin typeface="Times New Roman" pitchFamily="18" charset="0"/>
                <a:cs typeface="Times New Roman" pitchFamily="18" charset="0"/>
              </a:rPr>
              <a:t>Academic Year : 2026-2027 (ODD Semester)</a:t>
            </a:r>
          </a:p>
          <a:p>
            <a:pPr algn="ctr"/>
            <a:r>
              <a:rPr lang="en-US" sz="2400" b="1" dirty="0" err="1">
                <a:latin typeface="Times New Roman" pitchFamily="18" charset="0"/>
                <a:cs typeface="Times New Roman" pitchFamily="18" charset="0"/>
              </a:rPr>
              <a:t>Zeroth</a:t>
            </a:r>
            <a:r>
              <a:rPr lang="en-US" sz="2400" b="1" dirty="0">
                <a:latin typeface="Times New Roman" pitchFamily="18" charset="0"/>
                <a:cs typeface="Times New Roman" pitchFamily="18" charset="0"/>
              </a:rPr>
              <a:t> Review </a:t>
            </a:r>
          </a:p>
        </p:txBody>
      </p:sp>
    </p:spTree>
    <p:extLst>
      <p:ext uri="{BB962C8B-B14F-4D97-AF65-F5344CB8AC3E}">
        <p14:creationId xmlns:p14="http://schemas.microsoft.com/office/powerpoint/2010/main" val="262298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539552" y="116632"/>
            <a:ext cx="8136904" cy="461665"/>
          </a:xfrm>
          <a:prstGeom prst="rect">
            <a:avLst/>
          </a:prstGeom>
        </p:spPr>
        <p:txBody>
          <a:bodyPr wrap="square">
            <a:spAutoFit/>
          </a:bodyPr>
          <a:lstStyle/>
          <a:p>
            <a:pPr algn="ctr"/>
            <a:r>
              <a:rPr lang="en-IN" sz="2400" b="1" dirty="0">
                <a:latin typeface="Times New Roman" pitchFamily="18" charset="0"/>
                <a:cs typeface="Times New Roman" pitchFamily="18" charset="0"/>
              </a:rPr>
              <a:t>Problem Statement &amp; Objectives</a:t>
            </a:r>
          </a:p>
        </p:txBody>
      </p:sp>
      <p:sp>
        <p:nvSpPr>
          <p:cNvPr id="3" name="TextBox 2">
            <a:extLst>
              <a:ext uri="{FF2B5EF4-FFF2-40B4-BE49-F238E27FC236}">
                <a16:creationId xmlns:a16="http://schemas.microsoft.com/office/drawing/2014/main" id="{956469B7-15EC-82AF-0E53-4E1E62A89E15}"/>
              </a:ext>
            </a:extLst>
          </p:cNvPr>
          <p:cNvSpPr txBox="1"/>
          <p:nvPr/>
        </p:nvSpPr>
        <p:spPr>
          <a:xfrm>
            <a:off x="179512" y="476672"/>
            <a:ext cx="8856984" cy="6924973"/>
          </a:xfrm>
          <a:prstGeom prst="rect">
            <a:avLst/>
          </a:prstGeom>
          <a:noFill/>
        </p:spPr>
        <p:txBody>
          <a:bodyPr wrap="square">
            <a:spAutoFit/>
          </a:bodyPr>
          <a:lstStyle/>
          <a:p>
            <a:pPr algn="just">
              <a:lnSpc>
                <a:spcPct val="150000"/>
              </a:lnSpc>
            </a:pPr>
            <a:r>
              <a:rPr lang="en-IN" sz="2400" b="1" dirty="0"/>
              <a:t>Problem Statement</a:t>
            </a:r>
            <a:r>
              <a:rPr lang="en-IN" sz="2400" dirty="0"/>
              <a:t>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Semiconductor wafers often develop surface defects such as cracks, scratches, or contamination, </a:t>
            </a:r>
            <a:r>
              <a:rPr lang="en-US" sz="2400" b="1" dirty="0">
                <a:latin typeface="Times New Roman" panose="02020603050405020304" pitchFamily="18" charset="0"/>
                <a:cs typeface="Times New Roman" pitchFamily="18" charset="0"/>
              </a:rPr>
              <a:t>—</a:t>
            </a:r>
            <a:r>
              <a:rPr lang="en-US" sz="2400" dirty="0">
                <a:latin typeface="Times New Roman" panose="02020603050405020304" pitchFamily="18" charset="0"/>
                <a:cs typeface="Times New Roman" pitchFamily="18" charset="0"/>
              </a:rPr>
              <a:t> </a:t>
            </a:r>
            <a:r>
              <a:rPr lang="en-IN" sz="2400" dirty="0">
                <a:latin typeface="Times New Roman" panose="02020603050405020304" pitchFamily="18" charset="0"/>
                <a:cs typeface="Times New Roman" panose="02020603050405020304" pitchFamily="18" charset="0"/>
              </a:rPr>
              <a:t>which reduce yield and reliability. Manual inspection is slow and inconsistent, while traditional automated systems are costly. There is a need for a software‑based AI solution that can detect and classify wafer defects quickly, accurately, and at scale.</a:t>
            </a:r>
          </a:p>
          <a:p>
            <a:pPr algn="just"/>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Objectives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a:t>
            </a:r>
            <a:r>
              <a:rPr lang="en-IN" sz="2400" b="1" dirty="0">
                <a:latin typeface="Times New Roman" panose="02020603050405020304" pitchFamily="18" charset="0"/>
                <a:cs typeface="Times New Roman" panose="02020603050405020304" pitchFamily="18" charset="0"/>
              </a:rPr>
              <a:t>Convolutional Neural Network (CNN)</a:t>
            </a:r>
            <a:r>
              <a:rPr lang="en-IN" sz="2400" dirty="0">
                <a:latin typeface="Times New Roman" panose="02020603050405020304" pitchFamily="18" charset="0"/>
                <a:cs typeface="Times New Roman" panose="02020603050405020304" pitchFamily="18" charset="0"/>
              </a:rPr>
              <a:t> model to detect wafer surface defects.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wafer image datasets</a:t>
            </a:r>
            <a:r>
              <a:rPr lang="en-IN" sz="2400" dirty="0">
                <a:latin typeface="Times New Roman" panose="02020603050405020304" pitchFamily="18" charset="0"/>
                <a:cs typeface="Times New Roman" panose="02020603050405020304" pitchFamily="18" charset="0"/>
              </a:rPr>
              <a:t> (synthetic or open‑source) for training and testing.</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Build a </a:t>
            </a:r>
            <a:r>
              <a:rPr lang="en-IN" sz="2400" b="1" dirty="0">
                <a:latin typeface="Times New Roman" panose="02020603050405020304" pitchFamily="18" charset="0"/>
                <a:cs typeface="Times New Roman" panose="02020603050405020304" pitchFamily="18" charset="0"/>
              </a:rPr>
              <a:t>software‑based simulation tool/dashboard</a:t>
            </a:r>
            <a:r>
              <a:rPr lang="en-IN" sz="2400" dirty="0">
                <a:latin typeface="Times New Roman" panose="02020603050405020304" pitchFamily="18" charset="0"/>
                <a:cs typeface="Times New Roman" panose="02020603050405020304" pitchFamily="18" charset="0"/>
              </a:rPr>
              <a:t> to visualize defect detection results.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Achieve </a:t>
            </a:r>
            <a:r>
              <a:rPr lang="en-IN" sz="2400" b="1" dirty="0">
                <a:latin typeface="Times New Roman" panose="02020603050405020304" pitchFamily="18" charset="0"/>
                <a:cs typeface="Times New Roman" panose="02020603050405020304" pitchFamily="18" charset="0"/>
              </a:rPr>
              <a:t>high accuracy and confidence scores</a:t>
            </a:r>
            <a:r>
              <a:rPr lang="en-IN" sz="2400" dirty="0">
                <a:latin typeface="Times New Roman" panose="02020603050405020304" pitchFamily="18" charset="0"/>
                <a:cs typeface="Times New Roman" panose="02020603050405020304" pitchFamily="18" charset="0"/>
              </a:rPr>
              <a:t> in defect classify.</a:t>
            </a:r>
          </a:p>
          <a:p>
            <a:pPr algn="just"/>
            <a:endParaRPr lang="en-IN" sz="2400" dirty="0"/>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654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Freeform: Shape 4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4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0" name="Isosceles Triangle 5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876AF87-8C03-95A8-40A1-1B9374D12C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00" y="699325"/>
            <a:ext cx="8178799" cy="5459348"/>
          </a:xfrm>
          <a:prstGeom prst="rect">
            <a:avLst/>
          </a:prstGeom>
          <a:ln>
            <a:noFill/>
          </a:ln>
        </p:spPr>
      </p:pic>
      <p:sp>
        <p:nvSpPr>
          <p:cNvPr id="54" name="Isosceles Triangle 5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443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86750"/>
            <a:ext cx="9144000" cy="3970318"/>
          </a:xfrm>
          <a:prstGeom prst="rect">
            <a:avLst/>
          </a:prstGeom>
        </p:spPr>
        <p:txBody>
          <a:bodyPr wrap="square">
            <a:spAutoFit/>
          </a:bodyPr>
          <a:lstStyle/>
          <a:p>
            <a:pPr algn="ctr"/>
            <a:r>
              <a:rPr lang="en-US" sz="2400" b="1" dirty="0">
                <a:latin typeface="Times New Roman" panose="02020603050405020304" pitchFamily="18" charset="0"/>
                <a:cs typeface="Times New Roman" pitchFamily="18" charset="0"/>
              </a:rPr>
              <a:t>Literature Survey Summary</a:t>
            </a:r>
          </a:p>
          <a:p>
            <a:pPr algn="ctr"/>
            <a:endParaRPr lang="en-US" sz="2400" dirty="0">
              <a:latin typeface="Times New Roman" panose="02020603050405020304" pitchFamily="18" charset="0"/>
              <a:cs typeface="Times New Roman" pitchFamily="18" charset="0"/>
            </a:endParaRPr>
          </a:p>
          <a:p>
            <a:pPr algn="ctr"/>
            <a:r>
              <a:rPr lang="en-IN" sz="2000" dirty="0">
                <a:latin typeface="Times New Roman" panose="02020603050405020304" pitchFamily="18" charset="0"/>
                <a:cs typeface="Times New Roman" panose="02020603050405020304" pitchFamily="18" charset="0"/>
              </a:rPr>
              <a:t>  M. R. Khatun, F. A. Farid, S. Dhar, M. S. Islam, J. Uddin, and H. B. Abdul Karim, “CBAM‑enhanced lightweight CNN for wafer map defect classification,” </a:t>
            </a:r>
            <a:r>
              <a:rPr lang="en-IN" sz="2000" i="1" dirty="0">
                <a:latin typeface="Times New Roman" panose="02020603050405020304" pitchFamily="18" charset="0"/>
                <a:cs typeface="Times New Roman" panose="02020603050405020304" pitchFamily="18" charset="0"/>
              </a:rPr>
              <a:t>Frontiers in Electronics</a:t>
            </a:r>
            <a:r>
              <a:rPr lang="en-IN" sz="2000" dirty="0">
                <a:latin typeface="Times New Roman" panose="02020603050405020304" pitchFamily="18" charset="0"/>
                <a:cs typeface="Times New Roman" panose="02020603050405020304" pitchFamily="18" charset="0"/>
              </a:rPr>
              <a:t>, vol. 7, p. 1750707, Mar 2026. </a:t>
            </a:r>
            <a:endParaRPr lang="en-US" sz="20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656385857"/>
              </p:ext>
            </p:extLst>
          </p:nvPr>
        </p:nvGraphicFramePr>
        <p:xfrm>
          <a:off x="29856" y="1916832"/>
          <a:ext cx="9129072" cy="4854418"/>
        </p:xfrm>
        <a:graphic>
          <a:graphicData uri="http://schemas.openxmlformats.org/drawingml/2006/table">
            <a:tbl>
              <a:tblPr firstRow="1" bandRow="1">
                <a:tableStyleId>{5C22544A-7EE6-4342-B048-85BDC9FD1C3A}</a:tableStyleId>
              </a:tblPr>
              <a:tblGrid>
                <a:gridCol w="1115616">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2559104">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96667">
                <a:tc>
                  <a:txBody>
                    <a:bodyPr/>
                    <a:lstStyle/>
                    <a:p>
                      <a:pPr algn="ctr"/>
                      <a:r>
                        <a:rPr lang="en-IN" b="1" dirty="0">
                          <a:latin typeface="Times New Roman" panose="02020603050405020304" pitchFamily="18" charset="0"/>
                          <a:cs typeface="Times New Roman" panose="02020603050405020304" pitchFamily="18" charset="0"/>
                        </a:rPr>
                        <a:t>Year</a:t>
                      </a:r>
                    </a:p>
                  </a:txBody>
                  <a:tcPr anchor="ctr"/>
                </a:tc>
                <a:tc>
                  <a:txBody>
                    <a:bodyPr/>
                    <a:lstStyle/>
                    <a:p>
                      <a:pPr algn="ctr"/>
                      <a:r>
                        <a:rPr lang="en-IN" b="1" dirty="0">
                          <a:latin typeface="Times New Roman" panose="02020603050405020304" pitchFamily="18" charset="0"/>
                          <a:cs typeface="Times New Roman" panose="02020603050405020304" pitchFamily="18" charset="0"/>
                        </a:rPr>
                        <a:t>Method / Technology</a:t>
                      </a:r>
                    </a:p>
                  </a:txBody>
                  <a:tcPr anchor="ctr"/>
                </a:tc>
                <a:tc>
                  <a:txBody>
                    <a:bodyPr/>
                    <a:lstStyle/>
                    <a:p>
                      <a:pPr algn="ctr"/>
                      <a:r>
                        <a:rPr lang="en-IN" b="1" dirty="0">
                          <a:latin typeface="Times New Roman" panose="02020603050405020304" pitchFamily="18" charset="0"/>
                          <a:cs typeface="Times New Roman" panose="02020603050405020304" pitchFamily="18" charset="0"/>
                        </a:rPr>
                        <a:t>Key Contribution</a:t>
                      </a:r>
                    </a:p>
                  </a:txBody>
                  <a:tcPr anchor="ctr"/>
                </a:tc>
                <a:tc>
                  <a:txBody>
                    <a:bodyPr/>
                    <a:lstStyle/>
                    <a:p>
                      <a:pPr algn="ctr"/>
                      <a:r>
                        <a:rPr lang="en-IN" b="1" dirty="0">
                          <a:latin typeface="Times New Roman" panose="02020603050405020304" pitchFamily="18" charset="0"/>
                          <a:cs typeface="Times New Roman" panose="02020603050405020304" pitchFamily="18" charset="0"/>
                        </a:rPr>
                        <a:t>Limitation</a:t>
                      </a:r>
                    </a:p>
                  </a:txBody>
                  <a:tcPr anchor="ctr"/>
                </a:tc>
                <a:extLst>
                  <a:ext uri="{0D108BD9-81ED-4DB2-BD59-A6C34878D82A}">
                    <a16:rowId xmlns:a16="http://schemas.microsoft.com/office/drawing/2014/main" val="10000"/>
                  </a:ext>
                </a:extLst>
              </a:tr>
              <a:tr h="857861">
                <a:tc>
                  <a:txBody>
                    <a:bodyPr/>
                    <a:lstStyle/>
                    <a:p>
                      <a:pPr>
                        <a:buNone/>
                      </a:pPr>
                      <a:r>
                        <a:rPr lang="en-IN" sz="1600" b="1" dirty="0"/>
                        <a:t>2021</a:t>
                      </a:r>
                      <a:endParaRPr lang="en-IN" sz="1600" dirty="0"/>
                    </a:p>
                  </a:txBody>
                  <a:tcPr anchor="ctr"/>
                </a:tc>
                <a:tc>
                  <a:txBody>
                    <a:bodyPr/>
                    <a:lstStyle/>
                    <a:p>
                      <a:pPr>
                        <a:buNone/>
                      </a:pPr>
                      <a:r>
                        <a:rPr lang="en-IN" sz="1600" dirty="0"/>
                        <a:t>Rule‑based Image Processing</a:t>
                      </a:r>
                    </a:p>
                  </a:txBody>
                  <a:tcPr anchor="ctr"/>
                </a:tc>
                <a:tc>
                  <a:txBody>
                    <a:bodyPr/>
                    <a:lstStyle/>
                    <a:p>
                      <a:pPr>
                        <a:buNone/>
                      </a:pPr>
                      <a:r>
                        <a:rPr lang="en-IN" sz="1600" dirty="0"/>
                        <a:t>Automated detection using filters and thresholds.</a:t>
                      </a:r>
                    </a:p>
                  </a:txBody>
                  <a:tcPr anchor="ctr"/>
                </a:tc>
                <a:tc>
                  <a:txBody>
                    <a:bodyPr/>
                    <a:lstStyle/>
                    <a:p>
                      <a:pPr>
                        <a:buNone/>
                      </a:pPr>
                      <a:r>
                        <a:rPr lang="en-IN" sz="1600" dirty="0"/>
                        <a:t>High false positives, poor accuracy.</a:t>
                      </a:r>
                    </a:p>
                  </a:txBody>
                  <a:tcPr anchor="ctr"/>
                </a:tc>
                <a:extLst>
                  <a:ext uri="{0D108BD9-81ED-4DB2-BD59-A6C34878D82A}">
                    <a16:rowId xmlns:a16="http://schemas.microsoft.com/office/drawing/2014/main" val="10002"/>
                  </a:ext>
                </a:extLst>
              </a:tr>
              <a:tr h="628056">
                <a:tc>
                  <a:txBody>
                    <a:bodyPr/>
                    <a:lstStyle/>
                    <a:p>
                      <a:pPr>
                        <a:buNone/>
                      </a:pPr>
                      <a:r>
                        <a:rPr lang="en-IN" sz="1600" b="1"/>
                        <a:t>2022</a:t>
                      </a:r>
                      <a:endParaRPr lang="en-IN" sz="1600"/>
                    </a:p>
                  </a:txBody>
                  <a:tcPr anchor="ctr"/>
                </a:tc>
                <a:tc>
                  <a:txBody>
                    <a:bodyPr/>
                    <a:lstStyle/>
                    <a:p>
                      <a:pPr>
                        <a:buNone/>
                      </a:pPr>
                      <a:r>
                        <a:rPr lang="en-IN" sz="1600"/>
                        <a:t>CNN‑based Wafer Map Classification</a:t>
                      </a:r>
                    </a:p>
                  </a:txBody>
                  <a:tcPr anchor="ctr"/>
                </a:tc>
                <a:tc>
                  <a:txBody>
                    <a:bodyPr/>
                    <a:lstStyle/>
                    <a:p>
                      <a:pPr>
                        <a:buNone/>
                      </a:pPr>
                      <a:r>
                        <a:rPr lang="en-IN" sz="1600" dirty="0"/>
                        <a:t>First large‑scale CNN use for defect patterns.</a:t>
                      </a:r>
                    </a:p>
                  </a:txBody>
                  <a:tcPr anchor="ctr"/>
                </a:tc>
                <a:tc>
                  <a:txBody>
                    <a:bodyPr/>
                    <a:lstStyle/>
                    <a:p>
                      <a:pPr>
                        <a:buNone/>
                      </a:pPr>
                      <a:r>
                        <a:rPr lang="en-IN" sz="1600"/>
                        <a:t>Needs large labeled datasets.</a:t>
                      </a:r>
                    </a:p>
                  </a:txBody>
                  <a:tcPr anchor="ctr"/>
                </a:tc>
                <a:extLst>
                  <a:ext uri="{0D108BD9-81ED-4DB2-BD59-A6C34878D82A}">
                    <a16:rowId xmlns:a16="http://schemas.microsoft.com/office/drawing/2014/main" val="10003"/>
                  </a:ext>
                </a:extLst>
              </a:tr>
              <a:tr h="857861">
                <a:tc>
                  <a:txBody>
                    <a:bodyPr/>
                    <a:lstStyle/>
                    <a:p>
                      <a:pPr>
                        <a:buNone/>
                      </a:pPr>
                      <a:r>
                        <a:rPr lang="en-IN" sz="1600" b="1"/>
                        <a:t>2023</a:t>
                      </a:r>
                      <a:endParaRPr lang="en-IN" sz="1600"/>
                    </a:p>
                  </a:txBody>
                  <a:tcPr anchor="ctr"/>
                </a:tc>
                <a:tc>
                  <a:txBody>
                    <a:bodyPr/>
                    <a:lstStyle/>
                    <a:p>
                      <a:pPr>
                        <a:buNone/>
                      </a:pPr>
                      <a:r>
                        <a:rPr lang="en-IN" sz="1600"/>
                        <a:t>Transfer Learning (ResNet, VGG)</a:t>
                      </a:r>
                    </a:p>
                  </a:txBody>
                  <a:tcPr anchor="ctr"/>
                </a:tc>
                <a:tc>
                  <a:txBody>
                    <a:bodyPr/>
                    <a:lstStyle/>
                    <a:p>
                      <a:pPr>
                        <a:buNone/>
                      </a:pPr>
                      <a:r>
                        <a:rPr lang="en-IN" sz="1600" dirty="0"/>
                        <a:t>Pre‑trained CNNs adapted for wafer defects.</a:t>
                      </a:r>
                    </a:p>
                  </a:txBody>
                  <a:tcPr anchor="ctr"/>
                </a:tc>
                <a:tc>
                  <a:txBody>
                    <a:bodyPr/>
                    <a:lstStyle/>
                    <a:p>
                      <a:pPr>
                        <a:buNone/>
                      </a:pPr>
                      <a:r>
                        <a:rPr lang="en-IN" sz="1600" dirty="0"/>
                        <a:t>Limited for rare/stochastic defects.</a:t>
                      </a:r>
                    </a:p>
                  </a:txBody>
                  <a:tcPr anchor="ctr"/>
                </a:tc>
                <a:extLst>
                  <a:ext uri="{0D108BD9-81ED-4DB2-BD59-A6C34878D82A}">
                    <a16:rowId xmlns:a16="http://schemas.microsoft.com/office/drawing/2014/main" val="10004"/>
                  </a:ext>
                </a:extLst>
              </a:tr>
              <a:tr h="628056">
                <a:tc>
                  <a:txBody>
                    <a:bodyPr/>
                    <a:lstStyle/>
                    <a:p>
                      <a:pPr>
                        <a:buNone/>
                      </a:pPr>
                      <a:r>
                        <a:rPr lang="en-IN" sz="1600" b="1"/>
                        <a:t>2024</a:t>
                      </a:r>
                      <a:endParaRPr lang="en-IN" sz="1600"/>
                    </a:p>
                  </a:txBody>
                  <a:tcPr anchor="ctr"/>
                </a:tc>
                <a:tc>
                  <a:txBody>
                    <a:bodyPr/>
                    <a:lstStyle/>
                    <a:p>
                      <a:pPr>
                        <a:buNone/>
                      </a:pPr>
                      <a:r>
                        <a:rPr lang="en-IN" sz="1600"/>
                        <a:t>Hybrid AI Models (CNN + Attention)</a:t>
                      </a:r>
                    </a:p>
                  </a:txBody>
                  <a:tcPr anchor="ctr"/>
                </a:tc>
                <a:tc>
                  <a:txBody>
                    <a:bodyPr/>
                    <a:lstStyle/>
                    <a:p>
                      <a:pPr>
                        <a:buNone/>
                      </a:pPr>
                      <a:r>
                        <a:rPr lang="en-IN" sz="1600"/>
                        <a:t>Improved defect localization and accuracy.</a:t>
                      </a:r>
                    </a:p>
                  </a:txBody>
                  <a:tcPr anchor="ctr"/>
                </a:tc>
                <a:tc>
                  <a:txBody>
                    <a:bodyPr/>
                    <a:lstStyle/>
                    <a:p>
                      <a:pPr>
                        <a:buNone/>
                      </a:pPr>
                      <a:r>
                        <a:rPr lang="en-IN" sz="1600" dirty="0"/>
                        <a:t>Computationally expensive.</a:t>
                      </a:r>
                    </a:p>
                  </a:txBody>
                  <a:tcPr anchor="ctr"/>
                </a:tc>
                <a:extLst>
                  <a:ext uri="{0D108BD9-81ED-4DB2-BD59-A6C34878D82A}">
                    <a16:rowId xmlns:a16="http://schemas.microsoft.com/office/drawing/2014/main" val="10005"/>
                  </a:ext>
                </a:extLst>
              </a:tr>
              <a:tr h="857861">
                <a:tc>
                  <a:txBody>
                    <a:bodyPr/>
                    <a:lstStyle/>
                    <a:p>
                      <a:pPr>
                        <a:buNone/>
                      </a:pPr>
                      <a:r>
                        <a:rPr lang="en-IN" sz="1600" b="1"/>
                        <a:t>2025</a:t>
                      </a:r>
                      <a:endParaRPr lang="en-IN" sz="1600"/>
                    </a:p>
                  </a:txBody>
                  <a:tcPr anchor="ctr"/>
                </a:tc>
                <a:tc>
                  <a:txBody>
                    <a:bodyPr/>
                    <a:lstStyle/>
                    <a:p>
                      <a:pPr>
                        <a:buNone/>
                      </a:pPr>
                      <a:r>
                        <a:rPr lang="en-IN" sz="1600"/>
                        <a:t>Digital Twin + AI Inspection</a:t>
                      </a:r>
                    </a:p>
                  </a:txBody>
                  <a:tcPr anchor="ctr"/>
                </a:tc>
                <a:tc>
                  <a:txBody>
                    <a:bodyPr/>
                    <a:lstStyle/>
                    <a:p>
                      <a:pPr>
                        <a:buNone/>
                      </a:pPr>
                      <a:r>
                        <a:rPr lang="en-IN" sz="1600"/>
                        <a:t>Virtual wafer models with CNN prediction.</a:t>
                      </a:r>
                    </a:p>
                  </a:txBody>
                  <a:tcPr anchor="ctr"/>
                </a:tc>
                <a:tc>
                  <a:txBody>
                    <a:bodyPr/>
                    <a:lstStyle/>
                    <a:p>
                      <a:pPr>
                        <a:buNone/>
                      </a:pPr>
                      <a:r>
                        <a:rPr lang="en-IN" sz="1600" dirty="0"/>
                        <a:t>Complex integration, simulation data required.</a:t>
                      </a:r>
                    </a:p>
                  </a:txBody>
                  <a:tcPr anchor="ctr"/>
                </a:tc>
                <a:extLst>
                  <a:ext uri="{0D108BD9-81ED-4DB2-BD59-A6C34878D82A}">
                    <a16:rowId xmlns:a16="http://schemas.microsoft.com/office/drawing/2014/main" val="10006"/>
                  </a:ext>
                </a:extLst>
              </a:tr>
              <a:tr h="628056">
                <a:tc>
                  <a:txBody>
                    <a:bodyPr/>
                    <a:lstStyle/>
                    <a:p>
                      <a:pPr>
                        <a:buNone/>
                      </a:pPr>
                      <a:r>
                        <a:rPr lang="en-IN" sz="1600" b="1" dirty="0"/>
                        <a:t>2026</a:t>
                      </a:r>
                      <a:endParaRPr lang="en-IN" sz="1600" dirty="0"/>
                    </a:p>
                  </a:txBody>
                  <a:tcPr anchor="ctr"/>
                </a:tc>
                <a:tc>
                  <a:txBody>
                    <a:bodyPr/>
                    <a:lstStyle/>
                    <a:p>
                      <a:pPr>
                        <a:buNone/>
                      </a:pPr>
                      <a:r>
                        <a:rPr lang="en-IN" sz="1600" dirty="0"/>
                        <a:t>Multi‑modal AI (Optical + E‑Beam + CNN)</a:t>
                      </a:r>
                    </a:p>
                  </a:txBody>
                  <a:tcPr anchor="ctr"/>
                </a:tc>
                <a:tc>
                  <a:txBody>
                    <a:bodyPr/>
                    <a:lstStyle/>
                    <a:p>
                      <a:pPr>
                        <a:buNone/>
                      </a:pPr>
                      <a:r>
                        <a:rPr lang="en-IN" sz="1600" dirty="0"/>
                        <a:t>Combines imaging with AI for &lt;5 nm nodes.</a:t>
                      </a:r>
                    </a:p>
                  </a:txBody>
                  <a:tcPr anchor="ctr"/>
                </a:tc>
                <a:tc>
                  <a:txBody>
                    <a:bodyPr/>
                    <a:lstStyle/>
                    <a:p>
                      <a:pPr>
                        <a:buNone/>
                      </a:pPr>
                      <a:r>
                        <a:rPr lang="en-IN" sz="1600" dirty="0"/>
                        <a:t>High cost, slower throughput.</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6275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34D2-FEEC-414E-A857-7F0BD4EB469C}"/>
              </a:ext>
            </a:extLst>
          </p:cNvPr>
          <p:cNvSpPr>
            <a:spLocks noGrp="1"/>
          </p:cNvSpPr>
          <p:nvPr>
            <p:ph type="title"/>
          </p:nvPr>
        </p:nvSpPr>
        <p:spPr>
          <a:xfrm>
            <a:off x="457200" y="548680"/>
            <a:ext cx="8229600" cy="562074"/>
          </a:xfrm>
        </p:spPr>
        <p:txBody>
          <a:bodyPr>
            <a:normAutofit fontScale="90000"/>
          </a:bodyPr>
          <a:lstStyle/>
          <a:p>
            <a:r>
              <a:rPr lang="en-IN" sz="2700" dirty="0">
                <a:latin typeface="Times New Roman" pitchFamily="18" charset="0"/>
                <a:cs typeface="Times New Roman" pitchFamily="18" charset="0"/>
              </a:rPr>
              <a:t>Research Gaps Identified</a:t>
            </a:r>
            <a:br>
              <a:rPr lang="en-IN" dirty="0">
                <a:latin typeface="Times New Roman" pitchFamily="18" charset="0"/>
                <a:cs typeface="Times New Roman" pitchFamily="18" charset="0"/>
              </a:rPr>
            </a:br>
            <a:endParaRPr lang="en-IN" dirty="0"/>
          </a:p>
        </p:txBody>
      </p:sp>
      <p:sp>
        <p:nvSpPr>
          <p:cNvPr id="4" name="TextBox 3">
            <a:extLst>
              <a:ext uri="{FF2B5EF4-FFF2-40B4-BE49-F238E27FC236}">
                <a16:creationId xmlns:a16="http://schemas.microsoft.com/office/drawing/2014/main" id="{0346CAFE-39D2-2FC5-E7D9-917B13CEE103}"/>
              </a:ext>
            </a:extLst>
          </p:cNvPr>
          <p:cNvSpPr txBox="1"/>
          <p:nvPr/>
        </p:nvSpPr>
        <p:spPr>
          <a:xfrm>
            <a:off x="143508" y="570816"/>
            <a:ext cx="8856984" cy="6463308"/>
          </a:xfrm>
          <a:prstGeom prst="rect">
            <a:avLst/>
          </a:prstGeom>
          <a:noFill/>
        </p:spPr>
        <p:txBody>
          <a:bodyPr wrap="square">
            <a:spAutoFit/>
          </a:bodyPr>
          <a:lstStyle/>
          <a:p>
            <a:pPr>
              <a:lnSpc>
                <a:spcPct val="150000"/>
              </a:lnSpc>
              <a:buNone/>
            </a:pPr>
            <a:r>
              <a:rPr lang="en-IN" sz="2400" b="1" dirty="0">
                <a:latin typeface="Times New Roman" panose="02020603050405020304" pitchFamily="18" charset="0"/>
                <a:cs typeface="Times New Roman" panose="02020603050405020304" pitchFamily="18" charset="0"/>
              </a:rPr>
              <a:t>Research Gaps Identified:</a:t>
            </a: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Wafer defect datasets are limited and don’t cover all real‑world defect types.</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Manual </a:t>
            </a:r>
            <a:r>
              <a:rPr lang="en-IN" sz="2000" dirty="0" err="1">
                <a:effectLst/>
                <a:latin typeface="Times New Roman" panose="02020603050405020304" pitchFamily="18" charset="0"/>
                <a:cs typeface="Times New Roman" panose="02020603050405020304" pitchFamily="18" charset="0"/>
              </a:rPr>
              <a:t>labeling</a:t>
            </a:r>
            <a:r>
              <a:rPr lang="en-IN" sz="2000" dirty="0">
                <a:effectLst/>
                <a:latin typeface="Times New Roman" panose="02020603050405020304" pitchFamily="18" charset="0"/>
                <a:cs typeface="Times New Roman" panose="02020603050405020304" pitchFamily="18" charset="0"/>
              </a:rPr>
              <a:t> is slow and inconsistent, reducing CNN accuracy.</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CNN models often fail to generalize across different fabrication environments.</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Real‑time defect detection and visualization are rarely implemented in software‑only systems.</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Lack of explainable AI makes CNN decisions hard to interpret.</a:t>
            </a:r>
          </a:p>
          <a:p>
            <a:pPr algn="just"/>
            <a:endParaRPr lang="en-IN" sz="2000" dirty="0">
              <a:latin typeface="Times New Roman" panose="02020603050405020304" pitchFamily="18" charset="0"/>
              <a:cs typeface="Times New Roman" panose="02020603050405020304" pitchFamily="18" charset="0"/>
            </a:endParaRPr>
          </a:p>
          <a:p>
            <a:pPr algn="just">
              <a:buNone/>
            </a:pPr>
            <a:r>
              <a:rPr lang="en-IN" sz="2400" b="1" dirty="0">
                <a:latin typeface="Times New Roman" panose="02020603050405020304" pitchFamily="18" charset="0"/>
                <a:cs typeface="Times New Roman" panose="02020603050405020304" pitchFamily="18" charset="0"/>
              </a:rPr>
              <a:t>Proposed Solution:</a:t>
            </a: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Build a software‑based CNN model for wafer defect detection.</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Use image preprocessing and augmentation to improve dataset diversity.</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Create a dashboard interface to visualize defect type, confidence score.</a:t>
            </a: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Integrate Grad‑CAM heatmaps for explainable AI.</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Ensure the system is scalable, cost‑effective, and easy to deploy.</a:t>
            </a:r>
          </a:p>
          <a:p>
            <a:r>
              <a:rPr lang="en-IN" b="1" dirty="0"/>
              <a:t> </a:t>
            </a:r>
          </a:p>
          <a:p>
            <a:r>
              <a:rPr lang="en-IN" sz="2400" b="1" dirty="0">
                <a:latin typeface="Times New Roman" panose="02020603050405020304" pitchFamily="18" charset="0"/>
                <a:cs typeface="Times New Roman" panose="02020603050405020304" pitchFamily="18" charset="0"/>
              </a:rPr>
              <a:t>Innovation Over Existing Methods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Fully software‑only implementation (no costly hardware).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visualization of defect detection results.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AI integration for transparency.</a:t>
            </a:r>
          </a:p>
          <a:p>
            <a:pPr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548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E0733-E466-35E2-9EF8-BAA175064EC9}"/>
              </a:ext>
            </a:extLst>
          </p:cNvPr>
          <p:cNvSpPr>
            <a:spLocks noGrp="1"/>
          </p:cNvSpPr>
          <p:nvPr>
            <p:ph type="title"/>
          </p:nvPr>
        </p:nvSpPr>
        <p:spPr/>
        <p:txBody>
          <a:bodyPr/>
          <a:lstStyle/>
          <a:p>
            <a:r>
              <a:rPr lang="en-US" dirty="0"/>
              <a:t>KEY TECHNOLOGIES</a:t>
            </a:r>
            <a:endParaRPr lang="en-IN" dirty="0"/>
          </a:p>
        </p:txBody>
      </p:sp>
      <p:pic>
        <p:nvPicPr>
          <p:cNvPr id="4" name="Picture 3">
            <a:extLst>
              <a:ext uri="{FF2B5EF4-FFF2-40B4-BE49-F238E27FC236}">
                <a16:creationId xmlns:a16="http://schemas.microsoft.com/office/drawing/2014/main" id="{D8A85126-EF11-2E87-D8E4-F3A925985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4744"/>
            <a:ext cx="9144000" cy="5688632"/>
          </a:xfrm>
          <a:prstGeom prst="rect">
            <a:avLst/>
          </a:prstGeom>
        </p:spPr>
      </p:pic>
    </p:spTree>
    <p:extLst>
      <p:ext uri="{BB962C8B-B14F-4D97-AF65-F5344CB8AC3E}">
        <p14:creationId xmlns:p14="http://schemas.microsoft.com/office/powerpoint/2010/main" val="182775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0BC718-D097-7453-1027-49F988E488DF}"/>
              </a:ext>
            </a:extLst>
          </p:cNvPr>
          <p:cNvSpPr txBox="1"/>
          <p:nvPr/>
        </p:nvSpPr>
        <p:spPr>
          <a:xfrm>
            <a:off x="143000" y="653306"/>
            <a:ext cx="9001000" cy="5909310"/>
          </a:xfrm>
          <a:prstGeom prst="rect">
            <a:avLst/>
          </a:prstGeom>
          <a:noFill/>
        </p:spPr>
        <p:txBody>
          <a:bodyPr wrap="square">
            <a:spAutoFit/>
          </a:bodyPr>
          <a:lstStyle/>
          <a:p>
            <a:pPr algn="just"/>
            <a:r>
              <a:rPr lang="en-IN" b="1" dirty="0">
                <a:effectLst/>
              </a:rPr>
              <a:t>Data Collection:</a:t>
            </a:r>
            <a:endParaRPr lang="en-IN" dirty="0"/>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Gather wafer surface images from open datasets (like WM‑811K) or simulated wafer images.</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Include different defect types such as scratches, cracks, and contamination.</a:t>
            </a:r>
            <a:endParaRPr lang="en-IN" dirty="0">
              <a:latin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cs typeface="Times New Roman" panose="02020603050405020304" pitchFamily="18" charset="0"/>
              </a:rPr>
              <a:t>Data Preprocessing:</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Resize and normalize images for uniform input.</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Apply augmentation (rotation, flipping, noise reduction) to improve dataset diversity.</a:t>
            </a:r>
            <a:endParaRPr lang="en-IN" dirty="0">
              <a:latin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cs typeface="Times New Roman" panose="02020603050405020304" pitchFamily="18" charset="0"/>
              </a:rPr>
              <a:t>Model Development:</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Build a Convolutional Neural Network (CNN) using TensorFlow or </a:t>
            </a:r>
            <a:r>
              <a:rPr lang="en-IN" dirty="0" err="1">
                <a:effectLst/>
                <a:latin typeface="Times New Roman" panose="02020603050405020304" pitchFamily="18" charset="0"/>
                <a:cs typeface="Times New Roman" panose="02020603050405020304" pitchFamily="18" charset="0"/>
              </a:rPr>
              <a:t>Keras</a:t>
            </a:r>
            <a:r>
              <a:rPr lang="en-IN"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Train the model to classify wafer defects based on image features.</a:t>
            </a:r>
            <a:endParaRPr lang="en-IN" dirty="0">
              <a:latin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cs typeface="Times New Roman" panose="02020603050405020304" pitchFamily="18" charset="0"/>
              </a:rPr>
              <a:t>Model Evaluation:</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Test the CNN using unseen wafer images.</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Measure performance using accuracy, precision, recall, and confusion matrix.</a:t>
            </a:r>
            <a:endParaRPr lang="en-IN" dirty="0">
              <a:latin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cs typeface="Times New Roman" panose="02020603050405020304" pitchFamily="18" charset="0"/>
              </a:rPr>
              <a:t>Explainable AI Integration:</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Use Grad‑CAM to generate heatmaps showing which regions the CNN focuses on during classification.</a:t>
            </a:r>
            <a:endParaRPr lang="en-IN" dirty="0">
              <a:latin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cs typeface="Times New Roman" panose="02020603050405020304" pitchFamily="18" charset="0"/>
              </a:rPr>
              <a:t>Dashboard Visualization:</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Display results such as defect type, confidence score, and accuracy metrics on a user‑friendly dashboard (</a:t>
            </a:r>
            <a:r>
              <a:rPr lang="en-IN" dirty="0" err="1">
                <a:effectLst/>
                <a:latin typeface="Times New Roman" panose="02020603050405020304" pitchFamily="18" charset="0"/>
                <a:cs typeface="Times New Roman" panose="02020603050405020304" pitchFamily="18" charset="0"/>
              </a:rPr>
              <a:t>Streamlit</a:t>
            </a:r>
            <a:r>
              <a:rPr lang="en-IN" dirty="0">
                <a:effectLst/>
                <a:latin typeface="Times New Roman" panose="02020603050405020304" pitchFamily="18" charset="0"/>
                <a:cs typeface="Times New Roman" panose="02020603050405020304" pitchFamily="18" charset="0"/>
              </a:rPr>
              <a:t> or Flask).</a:t>
            </a:r>
            <a:endParaRPr lang="en-IN" dirty="0">
              <a:latin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cs typeface="Times New Roman" panose="02020603050405020304" pitchFamily="18" charset="0"/>
              </a:rPr>
              <a:t>Result Analysis &amp; Improvement:</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err="1">
                <a:effectLst/>
                <a:latin typeface="Times New Roman" panose="02020603050405020304" pitchFamily="18" charset="0"/>
                <a:cs typeface="Times New Roman" panose="02020603050405020304" pitchFamily="18" charset="0"/>
              </a:rPr>
              <a:t>Analyze</a:t>
            </a:r>
            <a:r>
              <a:rPr lang="en-IN" dirty="0">
                <a:effectLst/>
                <a:latin typeface="Times New Roman" panose="02020603050405020304" pitchFamily="18" charset="0"/>
                <a:cs typeface="Times New Roman" panose="02020603050405020304" pitchFamily="18" charset="0"/>
              </a:rPr>
              <a:t> model outputs and refine CNN parameters for better accuracy.</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2EEB888-5018-59BD-AAC2-B68F8AB84CC5}"/>
              </a:ext>
            </a:extLst>
          </p:cNvPr>
          <p:cNvSpPr txBox="1"/>
          <p:nvPr/>
        </p:nvSpPr>
        <p:spPr>
          <a:xfrm>
            <a:off x="2411760" y="172953"/>
            <a:ext cx="460248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Working Procedure</a:t>
            </a:r>
          </a:p>
        </p:txBody>
      </p:sp>
    </p:spTree>
    <p:extLst>
      <p:ext uri="{BB962C8B-B14F-4D97-AF65-F5344CB8AC3E}">
        <p14:creationId xmlns:p14="http://schemas.microsoft.com/office/powerpoint/2010/main" val="1999191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C6A983-83AE-A34D-3D86-BF3738762438}"/>
              </a:ext>
            </a:extLst>
          </p:cNvPr>
          <p:cNvPicPr>
            <a:picLocks noChangeAspect="1"/>
          </p:cNvPicPr>
          <p:nvPr/>
        </p:nvPicPr>
        <p:blipFill>
          <a:blip r:embed="rId2"/>
          <a:stretch>
            <a:fillRect/>
          </a:stretch>
        </p:blipFill>
        <p:spPr>
          <a:xfrm>
            <a:off x="482600" y="699325"/>
            <a:ext cx="8178799" cy="5459348"/>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8355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3E87D-EB9C-5C2C-1E67-895F3E9817C0}"/>
              </a:ext>
            </a:extLst>
          </p:cNvPr>
          <p:cNvSpPr>
            <a:spLocks noGrp="1"/>
          </p:cNvSpPr>
          <p:nvPr>
            <p:ph type="title"/>
          </p:nvPr>
        </p:nvSpPr>
        <p:spPr>
          <a:xfrm>
            <a:off x="457200" y="6648"/>
            <a:ext cx="8229600" cy="1143000"/>
          </a:xfrm>
        </p:spPr>
        <p:txBody>
          <a:bodyPr/>
          <a:lstStyle/>
          <a:p>
            <a:r>
              <a:rPr lang="en-US" dirty="0"/>
              <a:t>OVERALL OPERATIONS</a:t>
            </a:r>
            <a:endParaRPr lang="en-IN" dirty="0"/>
          </a:p>
        </p:txBody>
      </p:sp>
      <p:pic>
        <p:nvPicPr>
          <p:cNvPr id="6" name="Picture 5">
            <a:extLst>
              <a:ext uri="{FF2B5EF4-FFF2-40B4-BE49-F238E27FC236}">
                <a16:creationId xmlns:a16="http://schemas.microsoft.com/office/drawing/2014/main" id="{2E8D4177-7D62-4E01-980A-C1774FC28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9648"/>
            <a:ext cx="9144000" cy="5708352"/>
          </a:xfrm>
          <a:prstGeom prst="rect">
            <a:avLst/>
          </a:prstGeom>
        </p:spPr>
      </p:pic>
    </p:spTree>
    <p:extLst>
      <p:ext uri="{BB962C8B-B14F-4D97-AF65-F5344CB8AC3E}">
        <p14:creationId xmlns:p14="http://schemas.microsoft.com/office/powerpoint/2010/main" val="402857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F608-4C2A-1EA1-89BB-218C5C4AB47B}"/>
              </a:ext>
            </a:extLst>
          </p:cNvPr>
          <p:cNvSpPr>
            <a:spLocks noGrp="1"/>
          </p:cNvSpPr>
          <p:nvPr>
            <p:ph type="title"/>
          </p:nvPr>
        </p:nvSpPr>
        <p:spPr/>
        <p:txBody>
          <a:bodyPr>
            <a:normAutofit fontScale="90000"/>
          </a:bodyPr>
          <a:lstStyle/>
          <a:p>
            <a:r>
              <a:rPr lang="en-IN" b="1" dirty="0"/>
              <a:t>Innovation Over Existing Methods</a:t>
            </a:r>
            <a:br>
              <a:rPr lang="en-IN" b="1" dirty="0"/>
            </a:br>
            <a:endParaRPr lang="en-IN" dirty="0"/>
          </a:p>
        </p:txBody>
      </p:sp>
      <p:sp>
        <p:nvSpPr>
          <p:cNvPr id="4" name="TextBox 3">
            <a:extLst>
              <a:ext uri="{FF2B5EF4-FFF2-40B4-BE49-F238E27FC236}">
                <a16:creationId xmlns:a16="http://schemas.microsoft.com/office/drawing/2014/main" id="{BF7055E5-532C-6A71-03AA-D2153EA7CD46}"/>
              </a:ext>
            </a:extLst>
          </p:cNvPr>
          <p:cNvSpPr txBox="1"/>
          <p:nvPr/>
        </p:nvSpPr>
        <p:spPr>
          <a:xfrm>
            <a:off x="161764" y="1052736"/>
            <a:ext cx="8820472" cy="5355312"/>
          </a:xfrm>
          <a:prstGeom prst="rect">
            <a:avLst/>
          </a:prstGeom>
          <a:noFill/>
        </p:spPr>
        <p:txBody>
          <a:bodyPr wrap="square">
            <a:spAutoFit/>
          </a:bodyPr>
          <a:lstStyle/>
          <a:p>
            <a:pPr algn="just">
              <a:buFont typeface="+mj-lt"/>
              <a:buAutoNum type="arabicPeriod"/>
            </a:pPr>
            <a:r>
              <a:rPr lang="en-IN" b="1" dirty="0">
                <a:effectLst/>
                <a:latin typeface="Times New Roman" panose="02020603050405020304" pitchFamily="18" charset="0"/>
                <a:cs typeface="Times New Roman" panose="02020603050405020304" pitchFamily="18" charset="0"/>
              </a:rPr>
              <a:t>Fully Software‑Based Approach</a:t>
            </a:r>
            <a:endParaRPr lang="en-IN" dirty="0">
              <a:latin typeface="Times New Roman" panose="02020603050405020304" pitchFamily="18" charset="0"/>
              <a:cs typeface="Times New Roman" panose="02020603050405020304" pitchFamily="18" charset="0"/>
            </a:endParaRPr>
          </a:p>
          <a:p>
            <a:pPr lvl="1" algn="just"/>
            <a:r>
              <a:rPr lang="en-IN" dirty="0">
                <a:effectLst/>
                <a:latin typeface="Times New Roman" panose="02020603050405020304" pitchFamily="18" charset="0"/>
                <a:cs typeface="Times New Roman" panose="02020603050405020304" pitchFamily="18" charset="0"/>
              </a:rPr>
              <a:t>Unlike traditional wafer inspection systems that rely on expensive hardware sensors, this project uses a </a:t>
            </a:r>
            <a:r>
              <a:rPr lang="en-IN" b="1" dirty="0">
                <a:effectLst/>
                <a:latin typeface="Times New Roman" panose="02020603050405020304" pitchFamily="18" charset="0"/>
                <a:cs typeface="Times New Roman" panose="02020603050405020304" pitchFamily="18" charset="0"/>
              </a:rPr>
              <a:t>purely software‑driven CNN model</a:t>
            </a:r>
            <a:r>
              <a:rPr lang="en-IN" dirty="0">
                <a:effectLst/>
                <a:latin typeface="Times New Roman" panose="02020603050405020304" pitchFamily="18" charset="0"/>
                <a:cs typeface="Times New Roman" panose="02020603050405020304" pitchFamily="18" charset="0"/>
              </a:rPr>
              <a:t>, reducing cost and complexity.</a:t>
            </a:r>
          </a:p>
          <a:p>
            <a:pPr lvl="1" algn="just"/>
            <a:endParaRPr lang="en-IN" dirty="0">
              <a:latin typeface="Times New Roman" panose="02020603050405020304" pitchFamily="18" charset="0"/>
              <a:cs typeface="Times New Roman" panose="02020603050405020304" pitchFamily="18" charset="0"/>
            </a:endParaRPr>
          </a:p>
          <a:p>
            <a:pPr algn="just">
              <a:buFont typeface="+mj-lt"/>
              <a:buAutoNum type="arabicPeriod"/>
            </a:pPr>
            <a:r>
              <a:rPr lang="en-IN" b="1" dirty="0">
                <a:effectLst/>
                <a:latin typeface="Times New Roman" panose="02020603050405020304" pitchFamily="18" charset="0"/>
                <a:cs typeface="Times New Roman" panose="02020603050405020304" pitchFamily="18" charset="0"/>
              </a:rPr>
              <a:t>Real‑Time Visualization</a:t>
            </a:r>
            <a:endParaRPr lang="en-IN" dirty="0">
              <a:latin typeface="Times New Roman" panose="02020603050405020304" pitchFamily="18" charset="0"/>
              <a:cs typeface="Times New Roman" panose="02020603050405020304" pitchFamily="18" charset="0"/>
            </a:endParaRPr>
          </a:p>
          <a:p>
            <a:pPr lvl="1" algn="just"/>
            <a:r>
              <a:rPr lang="en-IN" dirty="0">
                <a:effectLst/>
                <a:latin typeface="Times New Roman" panose="02020603050405020304" pitchFamily="18" charset="0"/>
                <a:cs typeface="Times New Roman" panose="02020603050405020304" pitchFamily="18" charset="0"/>
              </a:rPr>
              <a:t>Integrates a </a:t>
            </a:r>
            <a:r>
              <a:rPr lang="en-IN" b="1" dirty="0">
                <a:effectLst/>
                <a:latin typeface="Times New Roman" panose="02020603050405020304" pitchFamily="18" charset="0"/>
                <a:cs typeface="Times New Roman" panose="02020603050405020304" pitchFamily="18" charset="0"/>
              </a:rPr>
              <a:t>dashboard interface</a:t>
            </a:r>
            <a:r>
              <a:rPr lang="en-IN" dirty="0">
                <a:effectLst/>
                <a:latin typeface="Times New Roman" panose="02020603050405020304" pitchFamily="18" charset="0"/>
                <a:cs typeface="Times New Roman" panose="02020603050405020304" pitchFamily="18" charset="0"/>
              </a:rPr>
              <a:t> for live defect detection and performance monitoring, enabling faster decision‑making compared to static offline analysis.</a:t>
            </a:r>
          </a:p>
          <a:p>
            <a:pPr lvl="1" algn="just"/>
            <a:endParaRPr lang="en-IN" dirty="0">
              <a:latin typeface="Times New Roman" panose="02020603050405020304" pitchFamily="18" charset="0"/>
              <a:cs typeface="Times New Roman" panose="02020603050405020304" pitchFamily="18" charset="0"/>
            </a:endParaRPr>
          </a:p>
          <a:p>
            <a:pPr algn="just">
              <a:buFont typeface="+mj-lt"/>
              <a:buAutoNum type="arabicPeriod"/>
            </a:pPr>
            <a:r>
              <a:rPr lang="en-IN" b="1" dirty="0">
                <a:effectLst/>
                <a:latin typeface="Times New Roman" panose="02020603050405020304" pitchFamily="18" charset="0"/>
                <a:cs typeface="Times New Roman" panose="02020603050405020304" pitchFamily="18" charset="0"/>
              </a:rPr>
              <a:t>Explainable AI Integration</a:t>
            </a:r>
            <a:endParaRPr lang="en-IN" dirty="0">
              <a:latin typeface="Times New Roman" panose="02020603050405020304" pitchFamily="18" charset="0"/>
              <a:cs typeface="Times New Roman" panose="02020603050405020304" pitchFamily="18" charset="0"/>
            </a:endParaRPr>
          </a:p>
          <a:p>
            <a:pPr lvl="1" algn="just"/>
            <a:r>
              <a:rPr lang="en-IN" dirty="0">
                <a:effectLst/>
                <a:latin typeface="Times New Roman" panose="02020603050405020304" pitchFamily="18" charset="0"/>
                <a:cs typeface="Times New Roman" panose="02020603050405020304" pitchFamily="18" charset="0"/>
              </a:rPr>
              <a:t>Uses </a:t>
            </a:r>
            <a:r>
              <a:rPr lang="en-IN" b="1" dirty="0">
                <a:effectLst/>
                <a:latin typeface="Times New Roman" panose="02020603050405020304" pitchFamily="18" charset="0"/>
                <a:cs typeface="Times New Roman" panose="02020603050405020304" pitchFamily="18" charset="0"/>
              </a:rPr>
              <a:t>Grad‑CAM heatmaps</a:t>
            </a:r>
            <a:r>
              <a:rPr lang="en-IN" dirty="0">
                <a:effectLst/>
                <a:latin typeface="Times New Roman" panose="02020603050405020304" pitchFamily="18" charset="0"/>
                <a:cs typeface="Times New Roman" panose="02020603050405020304" pitchFamily="18" charset="0"/>
              </a:rPr>
              <a:t> to visualize how the CNN identifies defects, improving transparency and trust in AI decisions — a feature missing in most previous models.</a:t>
            </a:r>
          </a:p>
          <a:p>
            <a:pPr lvl="1" algn="just"/>
            <a:endParaRPr lang="en-IN" dirty="0">
              <a:latin typeface="Times New Roman" panose="02020603050405020304" pitchFamily="18" charset="0"/>
              <a:cs typeface="Times New Roman" panose="02020603050405020304" pitchFamily="18" charset="0"/>
            </a:endParaRPr>
          </a:p>
          <a:p>
            <a:pPr algn="just">
              <a:buFont typeface="+mj-lt"/>
              <a:buAutoNum type="arabicPeriod"/>
            </a:pPr>
            <a:r>
              <a:rPr lang="en-IN" b="1" dirty="0">
                <a:effectLst/>
                <a:latin typeface="Times New Roman" panose="02020603050405020304" pitchFamily="18" charset="0"/>
                <a:cs typeface="Times New Roman" panose="02020603050405020304" pitchFamily="18" charset="0"/>
              </a:rPr>
              <a:t>Enhanced Dataset Diversity</a:t>
            </a:r>
            <a:endParaRPr lang="en-IN" dirty="0">
              <a:latin typeface="Times New Roman" panose="02020603050405020304" pitchFamily="18" charset="0"/>
              <a:cs typeface="Times New Roman" panose="02020603050405020304" pitchFamily="18" charset="0"/>
            </a:endParaRPr>
          </a:p>
          <a:p>
            <a:pPr lvl="1" algn="just"/>
            <a:r>
              <a:rPr lang="en-IN" dirty="0">
                <a:effectLst/>
                <a:latin typeface="Times New Roman" panose="02020603050405020304" pitchFamily="18" charset="0"/>
                <a:cs typeface="Times New Roman" panose="02020603050405020304" pitchFamily="18" charset="0"/>
              </a:rPr>
              <a:t>Applies </a:t>
            </a:r>
            <a:r>
              <a:rPr lang="en-IN" b="1" dirty="0">
                <a:effectLst/>
                <a:latin typeface="Times New Roman" panose="02020603050405020304" pitchFamily="18" charset="0"/>
                <a:cs typeface="Times New Roman" panose="02020603050405020304" pitchFamily="18" charset="0"/>
              </a:rPr>
              <a:t>image augmentation</a:t>
            </a:r>
            <a:r>
              <a:rPr lang="en-IN" dirty="0">
                <a:effectLst/>
                <a:latin typeface="Times New Roman" panose="02020603050405020304" pitchFamily="18" charset="0"/>
                <a:cs typeface="Times New Roman" panose="02020603050405020304" pitchFamily="18" charset="0"/>
              </a:rPr>
              <a:t> techniques to simulate multiple defect conditions, improving model robustness and accuracy over limited datasets used in earlier research.</a:t>
            </a:r>
          </a:p>
          <a:p>
            <a:pPr lvl="1" algn="just"/>
            <a:endParaRPr lang="en-IN" dirty="0">
              <a:latin typeface="Times New Roman" panose="02020603050405020304" pitchFamily="18" charset="0"/>
              <a:cs typeface="Times New Roman" panose="02020603050405020304" pitchFamily="18" charset="0"/>
            </a:endParaRPr>
          </a:p>
          <a:p>
            <a:pPr algn="just">
              <a:buFont typeface="+mj-lt"/>
              <a:buAutoNum type="arabicPeriod"/>
            </a:pPr>
            <a:r>
              <a:rPr lang="en-IN" b="1" dirty="0">
                <a:effectLst/>
                <a:latin typeface="Times New Roman" panose="02020603050405020304" pitchFamily="18" charset="0"/>
                <a:cs typeface="Times New Roman" panose="02020603050405020304" pitchFamily="18" charset="0"/>
              </a:rPr>
              <a:t>Scalable and Adaptable Design</a:t>
            </a:r>
            <a:endParaRPr lang="en-IN" dirty="0">
              <a:latin typeface="Times New Roman" panose="02020603050405020304" pitchFamily="18" charset="0"/>
              <a:cs typeface="Times New Roman" panose="02020603050405020304" pitchFamily="18" charset="0"/>
            </a:endParaRPr>
          </a:p>
          <a:p>
            <a:pPr lvl="1" algn="just"/>
            <a:r>
              <a:rPr lang="en-IN" dirty="0">
                <a:effectLst/>
                <a:latin typeface="Times New Roman" panose="02020603050405020304" pitchFamily="18" charset="0"/>
                <a:cs typeface="Times New Roman" panose="02020603050405020304" pitchFamily="18" charset="0"/>
              </a:rPr>
              <a:t>The architecture can be easily retrained for different wafer types or manufacturing environments, making it more flexible than fixed hardware‑based systems.</a:t>
            </a:r>
          </a:p>
        </p:txBody>
      </p:sp>
    </p:spTree>
    <p:extLst>
      <p:ext uri="{BB962C8B-B14F-4D97-AF65-F5344CB8AC3E}">
        <p14:creationId xmlns:p14="http://schemas.microsoft.com/office/powerpoint/2010/main" val="2012537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B2FA9-258C-C36A-50A9-17E64E331B91}"/>
              </a:ext>
            </a:extLst>
          </p:cNvPr>
          <p:cNvSpPr>
            <a:spLocks noGrp="1"/>
          </p:cNvSpPr>
          <p:nvPr>
            <p:ph type="title"/>
          </p:nvPr>
        </p:nvSpPr>
        <p:spPr/>
        <p:txBody>
          <a:bodyPr>
            <a:normAutofit fontScale="90000"/>
          </a:bodyPr>
          <a:lstStyle/>
          <a:p>
            <a:r>
              <a:rPr lang="en-IN" b="1" dirty="0">
                <a:latin typeface="Times New Roman" pitchFamily="18" charset="0"/>
                <a:cs typeface="Times New Roman" pitchFamily="18" charset="0"/>
              </a:rPr>
              <a:t>Project Plan &amp; Expected Results</a:t>
            </a:r>
            <a:br>
              <a:rPr lang="en-IN" b="1" dirty="0">
                <a:latin typeface="Times New Roman" pitchFamily="18" charset="0"/>
                <a:cs typeface="Times New Roman" pitchFamily="18" charset="0"/>
              </a:rPr>
            </a:br>
            <a:endParaRPr lang="en-IN" dirty="0"/>
          </a:p>
        </p:txBody>
      </p:sp>
      <p:pic>
        <p:nvPicPr>
          <p:cNvPr id="6" name="Picture 5">
            <a:extLst>
              <a:ext uri="{FF2B5EF4-FFF2-40B4-BE49-F238E27FC236}">
                <a16:creationId xmlns:a16="http://schemas.microsoft.com/office/drawing/2014/main" id="{74F52FC7-C24E-B9C1-9BFC-DB861599FC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8" y="1196752"/>
            <a:ext cx="9144000" cy="6096000"/>
          </a:xfrm>
          <a:prstGeom prst="rect">
            <a:avLst/>
          </a:prstGeom>
        </p:spPr>
      </p:pic>
    </p:spTree>
    <p:extLst>
      <p:ext uri="{BB962C8B-B14F-4D97-AF65-F5344CB8AC3E}">
        <p14:creationId xmlns:p14="http://schemas.microsoft.com/office/powerpoint/2010/main" val="1839099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98DC6-88A6-AC48-F60D-3CCC8A2A92C8}"/>
              </a:ext>
            </a:extLst>
          </p:cNvPr>
          <p:cNvSpPr>
            <a:spLocks noGrp="1"/>
          </p:cNvSpPr>
          <p:nvPr>
            <p:ph type="title"/>
          </p:nvPr>
        </p:nvSpPr>
        <p:spPr/>
        <p:txBody>
          <a:bodyPr/>
          <a:lstStyle/>
          <a:p>
            <a:r>
              <a:rPr lang="en-US" dirty="0"/>
              <a:t>CONCLUSION</a:t>
            </a:r>
            <a:endParaRPr lang="en-IN" dirty="0"/>
          </a:p>
        </p:txBody>
      </p:sp>
      <p:sp>
        <p:nvSpPr>
          <p:cNvPr id="4" name="TextBox 3">
            <a:extLst>
              <a:ext uri="{FF2B5EF4-FFF2-40B4-BE49-F238E27FC236}">
                <a16:creationId xmlns:a16="http://schemas.microsoft.com/office/drawing/2014/main" id="{BAC88CC1-766D-A808-E1FE-584E48E053E4}"/>
              </a:ext>
            </a:extLst>
          </p:cNvPr>
          <p:cNvSpPr txBox="1"/>
          <p:nvPr/>
        </p:nvSpPr>
        <p:spPr>
          <a:xfrm>
            <a:off x="457200" y="1417638"/>
            <a:ext cx="8579296" cy="4093428"/>
          </a:xfrm>
          <a:prstGeom prst="rect">
            <a:avLst/>
          </a:prstGeom>
          <a:noFill/>
        </p:spPr>
        <p:txBody>
          <a:bodyPr wrap="square">
            <a:spAutoFit/>
          </a:bodyPr>
          <a:lstStyle/>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The proposed system demonstrates that Convolutional Neural Networks (CNNs) can effectively automate wafer defect detection using a fully software‑based approach. By integrating preprocessing techniques, CNN classification, explainable AI (Grad‑CAM), and a user‑friendly dashboard, the project provides a cost‑effective, scalable, and transparent solution compared to traditional hardware‑dependent inspection methods.</a:t>
            </a:r>
          </a:p>
          <a:p>
            <a:pPr algn="just"/>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This system not only improves accuracy and reliability in defect classification but also enhances real‑time visualization and interpretability, bridging the gap between academic research and practical semiconductor applications. With further dataset expansion and model optimization, the solution can be adapted for industrial deployment, making wafer inspection faster, more consistent, and more accessible.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6946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1006</Words>
  <Application>Microsoft Office PowerPoint</Application>
  <PresentationFormat>On-screen Show (4:3)</PresentationFormat>
  <Paragraphs>114</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Research Gaps Identified </vt:lpstr>
      <vt:lpstr>KEY TECHNOLOGIES</vt:lpstr>
      <vt:lpstr>PowerPoint Presentation</vt:lpstr>
      <vt:lpstr>PowerPoint Presentation</vt:lpstr>
      <vt:lpstr>OVERALL OPERATIONS</vt:lpstr>
      <vt:lpstr>Innovation Over Existing Methods </vt:lpstr>
      <vt:lpstr>Project Plan &amp; Expected Results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Yashwanth V</cp:lastModifiedBy>
  <cp:revision>7</cp:revision>
  <dcterms:created xsi:type="dcterms:W3CDTF">2026-06-12T03:03:40Z</dcterms:created>
  <dcterms:modified xsi:type="dcterms:W3CDTF">2026-06-17T15:57:54Z</dcterms:modified>
</cp:coreProperties>
</file>